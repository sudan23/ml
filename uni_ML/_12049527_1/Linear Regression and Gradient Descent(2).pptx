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9"/>
  </p:notesMasterIdLst>
  <p:handoutMasterIdLst>
    <p:handoutMasterId r:id="rId30"/>
  </p:handoutMasterIdLst>
  <p:sldIdLst>
    <p:sldId id="256" r:id="rId2"/>
    <p:sldId id="270" r:id="rId3"/>
    <p:sldId id="277" r:id="rId4"/>
    <p:sldId id="260" r:id="rId5"/>
    <p:sldId id="262" r:id="rId6"/>
    <p:sldId id="276" r:id="rId7"/>
    <p:sldId id="263" r:id="rId8"/>
    <p:sldId id="281" r:id="rId9"/>
    <p:sldId id="264" r:id="rId10"/>
    <p:sldId id="292" r:id="rId11"/>
    <p:sldId id="265" r:id="rId12"/>
    <p:sldId id="293" r:id="rId13"/>
    <p:sldId id="295" r:id="rId14"/>
    <p:sldId id="296" r:id="rId15"/>
    <p:sldId id="298" r:id="rId16"/>
    <p:sldId id="297" r:id="rId17"/>
    <p:sldId id="294" r:id="rId18"/>
    <p:sldId id="259" r:id="rId19"/>
    <p:sldId id="283" r:id="rId20"/>
    <p:sldId id="266" r:id="rId21"/>
    <p:sldId id="272" r:id="rId22"/>
    <p:sldId id="269" r:id="rId23"/>
    <p:sldId id="273" r:id="rId24"/>
    <p:sldId id="291" r:id="rId25"/>
    <p:sldId id="290" r:id="rId26"/>
    <p:sldId id="289" r:id="rId27"/>
    <p:sldId id="258" r:id="rId28"/>
  </p:sldIdLst>
  <p:sldSz cx="12192000" cy="6858000"/>
  <p:notesSz cx="6858000" cy="9144000"/>
  <p:embeddedFontLst>
    <p:embeddedFont>
      <p:font typeface="Cambria Math" panose="02040503050406030204" pitchFamily="18"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463"/>
  </p:normalViewPr>
  <p:slideViewPr>
    <p:cSldViewPr snapToGrid="0" snapToObjects="1">
      <p:cViewPr varScale="1">
        <p:scale>
          <a:sx n="110" d="100"/>
          <a:sy n="110" d="100"/>
        </p:scale>
        <p:origin x="1176" y="1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5" d="100"/>
          <a:sy n="85" d="100"/>
        </p:scale>
        <p:origin x="4568"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 Hong" userId="fae4f9bd-26d5-4760-9ac2-6f75f350beba" providerId="ADAL" clId="{73A3297D-B8ED-794C-8300-7FD1452765CF}"/>
    <pc:docChg chg="modSld">
      <pc:chgData name="Jun Hong" userId="fae4f9bd-26d5-4760-9ac2-6f75f350beba" providerId="ADAL" clId="{73A3297D-B8ED-794C-8300-7FD1452765CF}" dt="2024-11-23T15:02:20.986" v="39" actId="20577"/>
      <pc:docMkLst>
        <pc:docMk/>
      </pc:docMkLst>
      <pc:sldChg chg="modSp">
        <pc:chgData name="Jun Hong" userId="fae4f9bd-26d5-4760-9ac2-6f75f350beba" providerId="ADAL" clId="{73A3297D-B8ED-794C-8300-7FD1452765CF}" dt="2024-11-23T14:52:48.315" v="33" actId="114"/>
        <pc:sldMkLst>
          <pc:docMk/>
          <pc:sldMk cId="2276287929" sldId="260"/>
        </pc:sldMkLst>
        <pc:spChg chg="mod">
          <ac:chgData name="Jun Hong" userId="fae4f9bd-26d5-4760-9ac2-6f75f350beba" providerId="ADAL" clId="{73A3297D-B8ED-794C-8300-7FD1452765CF}" dt="2024-11-23T14:52:48.315" v="33" actId="114"/>
          <ac:spMkLst>
            <pc:docMk/>
            <pc:sldMk cId="2276287929" sldId="260"/>
            <ac:spMk id="3" creationId="{46EDBA94-4215-904D-8B7E-8320A6532036}"/>
          </ac:spMkLst>
        </pc:spChg>
      </pc:sldChg>
      <pc:sldChg chg="modSp">
        <pc:chgData name="Jun Hong" userId="fae4f9bd-26d5-4760-9ac2-6f75f350beba" providerId="ADAL" clId="{73A3297D-B8ED-794C-8300-7FD1452765CF}" dt="2024-11-23T14:51:06.691" v="11" actId="20577"/>
        <pc:sldMkLst>
          <pc:docMk/>
          <pc:sldMk cId="1805216049" sldId="277"/>
        </pc:sldMkLst>
        <pc:spChg chg="mod">
          <ac:chgData name="Jun Hong" userId="fae4f9bd-26d5-4760-9ac2-6f75f350beba" providerId="ADAL" clId="{73A3297D-B8ED-794C-8300-7FD1452765CF}" dt="2024-11-23T14:51:06.691" v="11" actId="20577"/>
          <ac:spMkLst>
            <pc:docMk/>
            <pc:sldMk cId="1805216049" sldId="277"/>
            <ac:spMk id="3" creationId="{46EDBA94-4215-904D-8B7E-8320A6532036}"/>
          </ac:spMkLst>
        </pc:spChg>
      </pc:sldChg>
      <pc:sldChg chg="modSp mod">
        <pc:chgData name="Jun Hong" userId="fae4f9bd-26d5-4760-9ac2-6f75f350beba" providerId="ADAL" clId="{73A3297D-B8ED-794C-8300-7FD1452765CF}" dt="2024-11-23T15:02:20.986" v="39" actId="20577"/>
        <pc:sldMkLst>
          <pc:docMk/>
          <pc:sldMk cId="149005704" sldId="281"/>
        </pc:sldMkLst>
        <pc:spChg chg="mod">
          <ac:chgData name="Jun Hong" userId="fae4f9bd-26d5-4760-9ac2-6f75f350beba" providerId="ADAL" clId="{73A3297D-B8ED-794C-8300-7FD1452765CF}" dt="2024-11-23T15:02:20.986" v="39" actId="20577"/>
          <ac:spMkLst>
            <pc:docMk/>
            <pc:sldMk cId="149005704" sldId="281"/>
            <ac:spMk id="3" creationId="{F137AED9-756F-F749-B584-EFACDEDA71BA}"/>
          </ac:spMkLst>
        </pc:spChg>
      </pc:sldChg>
    </pc:docChg>
  </pc:docChgLst>
  <pc:docChgLst>
    <pc:chgData name="Jun Hong" userId="fae4f9bd-26d5-4760-9ac2-6f75f350beba" providerId="ADAL" clId="{9FFA8EE9-AC4B-AC48-8B34-5FD1ED578445}"/>
    <pc:docChg chg="custSel modSld">
      <pc:chgData name="Jun Hong" userId="fae4f9bd-26d5-4760-9ac2-6f75f350beba" providerId="ADAL" clId="{9FFA8EE9-AC4B-AC48-8B34-5FD1ED578445}" dt="2023-12-14T15:49:08.257" v="2" actId="5793"/>
      <pc:docMkLst>
        <pc:docMk/>
      </pc:docMkLst>
      <pc:sldChg chg="modSp mod">
        <pc:chgData name="Jun Hong" userId="fae4f9bd-26d5-4760-9ac2-6f75f350beba" providerId="ADAL" clId="{9FFA8EE9-AC4B-AC48-8B34-5FD1ED578445}" dt="2023-12-14T15:49:08.257" v="2" actId="5793"/>
        <pc:sldMkLst>
          <pc:docMk/>
          <pc:sldMk cId="2276287929" sldId="260"/>
        </pc:sldMkLst>
      </pc:sldChg>
    </pc:docChg>
  </pc:docChgLst>
  <pc:docChgLst>
    <pc:chgData name="Jun Hong" userId="fae4f9bd-26d5-4760-9ac2-6f75f350beba" providerId="ADAL" clId="{D1E7EB36-13EF-3D44-92EF-D038F61A60E8}"/>
    <pc:docChg chg="custSel delSld modSld sldOrd">
      <pc:chgData name="Jun Hong" userId="fae4f9bd-26d5-4760-9ac2-6f75f350beba" providerId="ADAL" clId="{D1E7EB36-13EF-3D44-92EF-D038F61A60E8}" dt="2025-01-31T11:00:00.362" v="585" actId="20578"/>
      <pc:docMkLst>
        <pc:docMk/>
      </pc:docMkLst>
      <pc:sldChg chg="modSp mod modNotesTx">
        <pc:chgData name="Jun Hong" userId="fae4f9bd-26d5-4760-9ac2-6f75f350beba" providerId="ADAL" clId="{D1E7EB36-13EF-3D44-92EF-D038F61A60E8}" dt="2025-01-31T10:54:30.101" v="532" actId="20577"/>
        <pc:sldMkLst>
          <pc:docMk/>
          <pc:sldMk cId="1754415792" sldId="263"/>
        </pc:sldMkLst>
        <pc:spChg chg="mod">
          <ac:chgData name="Jun Hong" userId="fae4f9bd-26d5-4760-9ac2-6f75f350beba" providerId="ADAL" clId="{D1E7EB36-13EF-3D44-92EF-D038F61A60E8}" dt="2025-01-31T10:54:30.101" v="532" actId="20577"/>
          <ac:spMkLst>
            <pc:docMk/>
            <pc:sldMk cId="1754415792" sldId="263"/>
            <ac:spMk id="3" creationId="{F137AED9-756F-F749-B584-EFACDEDA71BA}"/>
          </ac:spMkLst>
        </pc:spChg>
      </pc:sldChg>
      <pc:sldChg chg="modNotesTx">
        <pc:chgData name="Jun Hong" userId="fae4f9bd-26d5-4760-9ac2-6f75f350beba" providerId="ADAL" clId="{D1E7EB36-13EF-3D44-92EF-D038F61A60E8}" dt="2025-01-31T10:57:45.562" v="582" actId="20577"/>
        <pc:sldMkLst>
          <pc:docMk/>
          <pc:sldMk cId="2861772373" sldId="264"/>
        </pc:sldMkLst>
      </pc:sldChg>
      <pc:sldChg chg="modSp mod">
        <pc:chgData name="Jun Hong" userId="fae4f9bd-26d5-4760-9ac2-6f75f350beba" providerId="ADAL" clId="{D1E7EB36-13EF-3D44-92EF-D038F61A60E8}" dt="2025-01-31T10:34:50.742" v="76" actId="27636"/>
        <pc:sldMkLst>
          <pc:docMk/>
          <pc:sldMk cId="2851547887" sldId="276"/>
        </pc:sldMkLst>
        <pc:spChg chg="mod">
          <ac:chgData name="Jun Hong" userId="fae4f9bd-26d5-4760-9ac2-6f75f350beba" providerId="ADAL" clId="{D1E7EB36-13EF-3D44-92EF-D038F61A60E8}" dt="2025-01-31T10:34:50.742" v="76" actId="27636"/>
          <ac:spMkLst>
            <pc:docMk/>
            <pc:sldMk cId="2851547887" sldId="276"/>
            <ac:spMk id="3" creationId="{F137AED9-756F-F749-B584-EFACDEDA71BA}"/>
          </ac:spMkLst>
        </pc:spChg>
      </pc:sldChg>
      <pc:sldChg chg="del">
        <pc:chgData name="Jun Hong" userId="fae4f9bd-26d5-4760-9ac2-6f75f350beba" providerId="ADAL" clId="{D1E7EB36-13EF-3D44-92EF-D038F61A60E8}" dt="2025-01-31T10:43:24.900" v="210" actId="2696"/>
        <pc:sldMkLst>
          <pc:docMk/>
          <pc:sldMk cId="2251082200" sldId="280"/>
        </pc:sldMkLst>
      </pc:sldChg>
      <pc:sldChg chg="ord">
        <pc:chgData name="Jun Hong" userId="fae4f9bd-26d5-4760-9ac2-6f75f350beba" providerId="ADAL" clId="{D1E7EB36-13EF-3D44-92EF-D038F61A60E8}" dt="2025-01-31T10:44:15.257" v="211" actId="20578"/>
        <pc:sldMkLst>
          <pc:docMk/>
          <pc:sldMk cId="149005704" sldId="281"/>
        </pc:sldMkLst>
      </pc:sldChg>
      <pc:sldChg chg="ord">
        <pc:chgData name="Jun Hong" userId="fae4f9bd-26d5-4760-9ac2-6f75f350beba" providerId="ADAL" clId="{D1E7EB36-13EF-3D44-92EF-D038F61A60E8}" dt="2025-01-30T16:17:20.486" v="72" actId="20578"/>
        <pc:sldMkLst>
          <pc:docMk/>
          <pc:sldMk cId="3575927837" sldId="293"/>
        </pc:sldMkLst>
      </pc:sldChg>
      <pc:sldChg chg="ord">
        <pc:chgData name="Jun Hong" userId="fae4f9bd-26d5-4760-9ac2-6f75f350beba" providerId="ADAL" clId="{D1E7EB36-13EF-3D44-92EF-D038F61A60E8}" dt="2025-01-31T11:00:00.362" v="585" actId="20578"/>
        <pc:sldMkLst>
          <pc:docMk/>
          <pc:sldMk cId="1868393666" sldId="297"/>
        </pc:sldMkLst>
      </pc:sldChg>
      <pc:sldChg chg="modSp mod">
        <pc:chgData name="Jun Hong" userId="fae4f9bd-26d5-4760-9ac2-6f75f350beba" providerId="ADAL" clId="{D1E7EB36-13EF-3D44-92EF-D038F61A60E8}" dt="2025-01-30T10:24:00.296" v="40" actId="20577"/>
        <pc:sldMkLst>
          <pc:docMk/>
          <pc:sldMk cId="3313376701" sldId="298"/>
        </pc:sldMkLst>
        <pc:spChg chg="mod">
          <ac:chgData name="Jun Hong" userId="fae4f9bd-26d5-4760-9ac2-6f75f350beba" providerId="ADAL" clId="{D1E7EB36-13EF-3D44-92EF-D038F61A60E8}" dt="2025-01-30T10:24:00.296" v="40" actId="20577"/>
          <ac:spMkLst>
            <pc:docMk/>
            <pc:sldMk cId="3313376701" sldId="298"/>
            <ac:spMk id="5" creationId="{9A1A9845-4829-DE90-BD6C-BB302DD0F66E}"/>
          </ac:spMkLst>
        </pc:spChg>
      </pc:sldChg>
      <pc:sldChg chg="del">
        <pc:chgData name="Jun Hong" userId="fae4f9bd-26d5-4760-9ac2-6f75f350beba" providerId="ADAL" clId="{D1E7EB36-13EF-3D44-92EF-D038F61A60E8}" dt="2025-01-31T10:59:20.031" v="583" actId="2696"/>
        <pc:sldMkLst>
          <pc:docMk/>
          <pc:sldMk cId="350959863" sldId="299"/>
        </pc:sldMkLst>
      </pc:sldChg>
      <pc:sldChg chg="del">
        <pc:chgData name="Jun Hong" userId="fae4f9bd-26d5-4760-9ac2-6f75f350beba" providerId="ADAL" clId="{D1E7EB36-13EF-3D44-92EF-D038F61A60E8}" dt="2025-01-31T10:59:20.031" v="583" actId="2696"/>
        <pc:sldMkLst>
          <pc:docMk/>
          <pc:sldMk cId="1717920428" sldId="300"/>
        </pc:sldMkLst>
      </pc:sldChg>
      <pc:sldChg chg="modSp del mod">
        <pc:chgData name="Jun Hong" userId="fae4f9bd-26d5-4760-9ac2-6f75f350beba" providerId="ADAL" clId="{D1E7EB36-13EF-3D44-92EF-D038F61A60E8}" dt="2025-01-31T10:59:28.627" v="584" actId="2696"/>
        <pc:sldMkLst>
          <pc:docMk/>
          <pc:sldMk cId="153194506" sldId="301"/>
        </pc:sldMkLst>
        <pc:spChg chg="mod">
          <ac:chgData name="Jun Hong" userId="fae4f9bd-26d5-4760-9ac2-6f75f350beba" providerId="ADAL" clId="{D1E7EB36-13EF-3D44-92EF-D038F61A60E8}" dt="2025-01-30T10:25:23.059" v="71" actId="20577"/>
          <ac:spMkLst>
            <pc:docMk/>
            <pc:sldMk cId="153194506" sldId="301"/>
            <ac:spMk id="5" creationId="{560F2BB3-175E-9A45-7463-C5760E21E9CF}"/>
          </ac:spMkLst>
        </pc:spChg>
      </pc:sldChg>
    </pc:docChg>
  </pc:docChgLst>
  <pc:docChgLst>
    <pc:chgData name="Jun Hong" userId="fae4f9bd-26d5-4760-9ac2-6f75f350beba" providerId="ADAL" clId="{ACCF69CA-7828-7942-A8D4-FA59472B8B6F}"/>
    <pc:docChg chg="undo custSel modSld sldOrd">
      <pc:chgData name="Jun Hong" userId="fae4f9bd-26d5-4760-9ac2-6f75f350beba" providerId="ADAL" clId="{ACCF69CA-7828-7942-A8D4-FA59472B8B6F}" dt="2023-02-06T10:27:10.988" v="430" actId="1076"/>
      <pc:docMkLst>
        <pc:docMk/>
      </pc:docMkLst>
      <pc:sldChg chg="modSp">
        <pc:chgData name="Jun Hong" userId="fae4f9bd-26d5-4760-9ac2-6f75f350beba" providerId="ADAL" clId="{ACCF69CA-7828-7942-A8D4-FA59472B8B6F}" dt="2023-02-06T10:24:26.102" v="424" actId="114"/>
        <pc:sldMkLst>
          <pc:docMk/>
          <pc:sldMk cId="1741565697" sldId="269"/>
        </pc:sldMkLst>
      </pc:sldChg>
      <pc:sldChg chg="modSp">
        <pc:chgData name="Jun Hong" userId="fae4f9bd-26d5-4760-9ac2-6f75f350beba" providerId="ADAL" clId="{ACCF69CA-7828-7942-A8D4-FA59472B8B6F}" dt="2023-02-06T10:09:20.939" v="4" actId="16959"/>
        <pc:sldMkLst>
          <pc:docMk/>
          <pc:sldMk cId="3673730580" sldId="272"/>
        </pc:sldMkLst>
      </pc:sldChg>
      <pc:sldChg chg="addSp delSp modSp">
        <pc:chgData name="Jun Hong" userId="fae4f9bd-26d5-4760-9ac2-6f75f350beba" providerId="ADAL" clId="{ACCF69CA-7828-7942-A8D4-FA59472B8B6F}" dt="2023-02-06T10:27:10.988" v="430" actId="1076"/>
        <pc:sldMkLst>
          <pc:docMk/>
          <pc:sldMk cId="1785003568" sldId="283"/>
        </pc:sldMkLst>
      </pc:sldChg>
      <pc:sldChg chg="ord">
        <pc:chgData name="Jun Hong" userId="fae4f9bd-26d5-4760-9ac2-6f75f350beba" providerId="ADAL" clId="{ACCF69CA-7828-7942-A8D4-FA59472B8B6F}" dt="2023-02-06T10:06:01.673" v="0"/>
        <pc:sldMkLst>
          <pc:docMk/>
          <pc:sldMk cId="3575927837" sldId="293"/>
        </pc:sldMkLst>
      </pc:sldChg>
    </pc:docChg>
  </pc:docChgLst>
  <pc:docChgLst>
    <pc:chgData name="Jun Hong" userId="fae4f9bd-26d5-4760-9ac2-6f75f350beba" providerId="ADAL" clId="{4C404D8F-BD8D-9D4B-A1D6-F48AF0D52679}"/>
    <pc:docChg chg="modSld">
      <pc:chgData name="Jun Hong" userId="fae4f9bd-26d5-4760-9ac2-6f75f350beba" providerId="ADAL" clId="{4C404D8F-BD8D-9D4B-A1D6-F48AF0D52679}" dt="2023-03-10T15:47:16.114" v="9" actId="20577"/>
      <pc:docMkLst>
        <pc:docMk/>
      </pc:docMkLst>
      <pc:sldChg chg="modNotesTx">
        <pc:chgData name="Jun Hong" userId="fae4f9bd-26d5-4760-9ac2-6f75f350beba" providerId="ADAL" clId="{4C404D8F-BD8D-9D4B-A1D6-F48AF0D52679}" dt="2023-03-10T15:47:16.114" v="9" actId="20577"/>
        <pc:sldMkLst>
          <pc:docMk/>
          <pc:sldMk cId="2251082200" sldId="280"/>
        </pc:sldMkLst>
      </pc:sldChg>
    </pc:docChg>
  </pc:docChgLst>
  <pc:docChgLst>
    <pc:chgData name="Jun Hong" userId="fae4f9bd-26d5-4760-9ac2-6f75f350beba" providerId="ADAL" clId="{681DC565-655F-B740-95B1-E894725C6124}"/>
    <pc:docChg chg="undo custSel addSld delSld modSld sldOrd">
      <pc:chgData name="Jun Hong" userId="fae4f9bd-26d5-4760-9ac2-6f75f350beba" providerId="ADAL" clId="{681DC565-655F-B740-95B1-E894725C6124}" dt="2024-02-05T15:02:04.997" v="1982" actId="478"/>
      <pc:docMkLst>
        <pc:docMk/>
      </pc:docMkLst>
      <pc:sldChg chg="modSp mod">
        <pc:chgData name="Jun Hong" userId="fae4f9bd-26d5-4760-9ac2-6f75f350beba" providerId="ADAL" clId="{681DC565-655F-B740-95B1-E894725C6124}" dt="2024-02-05T14:43:35.251" v="1944" actId="20577"/>
        <pc:sldMkLst>
          <pc:docMk/>
          <pc:sldMk cId="2842631235" sldId="259"/>
        </pc:sldMkLst>
      </pc:sldChg>
      <pc:sldChg chg="modSp mod">
        <pc:chgData name="Jun Hong" userId="fae4f9bd-26d5-4760-9ac2-6f75f350beba" providerId="ADAL" clId="{681DC565-655F-B740-95B1-E894725C6124}" dt="2024-01-15T12:09:25.779" v="0" actId="114"/>
        <pc:sldMkLst>
          <pc:docMk/>
          <pc:sldMk cId="1339422725" sldId="262"/>
        </pc:sldMkLst>
      </pc:sldChg>
      <pc:sldChg chg="modSp">
        <pc:chgData name="Jun Hong" userId="fae4f9bd-26d5-4760-9ac2-6f75f350beba" providerId="ADAL" clId="{681DC565-655F-B740-95B1-E894725C6124}" dt="2024-01-15T15:35:21.476" v="191" actId="20577"/>
        <pc:sldMkLst>
          <pc:docMk/>
          <pc:sldMk cId="1754415792" sldId="263"/>
        </pc:sldMkLst>
      </pc:sldChg>
      <pc:sldChg chg="modSp mod modNotesTx">
        <pc:chgData name="Jun Hong" userId="fae4f9bd-26d5-4760-9ac2-6f75f350beba" providerId="ADAL" clId="{681DC565-655F-B740-95B1-E894725C6124}" dt="2024-01-17T09:34:00.570" v="1416" actId="20577"/>
        <pc:sldMkLst>
          <pc:docMk/>
          <pc:sldMk cId="2861772373" sldId="264"/>
        </pc:sldMkLst>
      </pc:sldChg>
      <pc:sldChg chg="modSp mod">
        <pc:chgData name="Jun Hong" userId="fae4f9bd-26d5-4760-9ac2-6f75f350beba" providerId="ADAL" clId="{681DC565-655F-B740-95B1-E894725C6124}" dt="2024-01-16T11:43:12.537" v="519" actId="20577"/>
        <pc:sldMkLst>
          <pc:docMk/>
          <pc:sldMk cId="1457617572" sldId="265"/>
        </pc:sldMkLst>
      </pc:sldChg>
      <pc:sldChg chg="modSp mod">
        <pc:chgData name="Jun Hong" userId="fae4f9bd-26d5-4760-9ac2-6f75f350beba" providerId="ADAL" clId="{681DC565-655F-B740-95B1-E894725C6124}" dt="2024-02-05T14:49:12.498" v="1947" actId="114"/>
        <pc:sldMkLst>
          <pc:docMk/>
          <pc:sldMk cId="1741565697" sldId="269"/>
        </pc:sldMkLst>
      </pc:sldChg>
      <pc:sldChg chg="modNotesTx">
        <pc:chgData name="Jun Hong" userId="fae4f9bd-26d5-4760-9ac2-6f75f350beba" providerId="ADAL" clId="{681DC565-655F-B740-95B1-E894725C6124}" dt="2024-01-15T15:30:13.593" v="138" actId="20577"/>
        <pc:sldMkLst>
          <pc:docMk/>
          <pc:sldMk cId="2851547887" sldId="276"/>
        </pc:sldMkLst>
      </pc:sldChg>
      <pc:sldChg chg="ord">
        <pc:chgData name="Jun Hong" userId="fae4f9bd-26d5-4760-9ac2-6f75f350beba" providerId="ADAL" clId="{681DC565-655F-B740-95B1-E894725C6124}" dt="2024-01-17T09:25:13.246" v="1175" actId="20578"/>
        <pc:sldMkLst>
          <pc:docMk/>
          <pc:sldMk cId="1805216049" sldId="277"/>
        </pc:sldMkLst>
      </pc:sldChg>
      <pc:sldChg chg="addSp delSp modSp mod">
        <pc:chgData name="Jun Hong" userId="fae4f9bd-26d5-4760-9ac2-6f75f350beba" providerId="ADAL" clId="{681DC565-655F-B740-95B1-E894725C6124}" dt="2024-01-29T16:26:46.969" v="1938"/>
        <pc:sldMkLst>
          <pc:docMk/>
          <pc:sldMk cId="2251082200" sldId="280"/>
        </pc:sldMkLst>
      </pc:sldChg>
      <pc:sldChg chg="modSp mod">
        <pc:chgData name="Jun Hong" userId="fae4f9bd-26d5-4760-9ac2-6f75f350beba" providerId="ADAL" clId="{681DC565-655F-B740-95B1-E894725C6124}" dt="2024-01-15T15:34:17.101" v="188" actId="20577"/>
        <pc:sldMkLst>
          <pc:docMk/>
          <pc:sldMk cId="149005704" sldId="281"/>
        </pc:sldMkLst>
      </pc:sldChg>
      <pc:sldChg chg="del">
        <pc:chgData name="Jun Hong" userId="fae4f9bd-26d5-4760-9ac2-6f75f350beba" providerId="ADAL" clId="{681DC565-655F-B740-95B1-E894725C6124}" dt="2024-01-16T15:00:55.770" v="1173" actId="2696"/>
        <pc:sldMkLst>
          <pc:docMk/>
          <pc:sldMk cId="4230920545" sldId="284"/>
        </pc:sldMkLst>
      </pc:sldChg>
      <pc:sldChg chg="addSp delSp modSp mod">
        <pc:chgData name="Jun Hong" userId="fae4f9bd-26d5-4760-9ac2-6f75f350beba" providerId="ADAL" clId="{681DC565-655F-B740-95B1-E894725C6124}" dt="2024-02-05T15:02:04.997" v="1982" actId="478"/>
        <pc:sldMkLst>
          <pc:docMk/>
          <pc:sldMk cId="101154632" sldId="287"/>
        </pc:sldMkLst>
      </pc:sldChg>
      <pc:sldChg chg="modSp mod">
        <pc:chgData name="Jun Hong" userId="fae4f9bd-26d5-4760-9ac2-6f75f350beba" providerId="ADAL" clId="{681DC565-655F-B740-95B1-E894725C6124}" dt="2024-01-17T10:07:57.015" v="1508" actId="114"/>
        <pc:sldMkLst>
          <pc:docMk/>
          <pc:sldMk cId="320909865" sldId="290"/>
        </pc:sldMkLst>
      </pc:sldChg>
      <pc:sldChg chg="modSp modNotesTx">
        <pc:chgData name="Jun Hong" userId="fae4f9bd-26d5-4760-9ac2-6f75f350beba" providerId="ADAL" clId="{681DC565-655F-B740-95B1-E894725C6124}" dt="2024-01-16T11:42:18.896" v="493" actId="20577"/>
        <pc:sldMkLst>
          <pc:docMk/>
          <pc:sldMk cId="46689403" sldId="292"/>
        </pc:sldMkLst>
      </pc:sldChg>
      <pc:sldChg chg="modNotesTx">
        <pc:chgData name="Jun Hong" userId="fae4f9bd-26d5-4760-9ac2-6f75f350beba" providerId="ADAL" clId="{681DC565-655F-B740-95B1-E894725C6124}" dt="2024-01-17T09:35:37.291" v="1506" actId="20577"/>
        <pc:sldMkLst>
          <pc:docMk/>
          <pc:sldMk cId="3575927837" sldId="293"/>
        </pc:sldMkLst>
      </pc:sldChg>
      <pc:sldChg chg="modSp add mod">
        <pc:chgData name="Jun Hong" userId="fae4f9bd-26d5-4760-9ac2-6f75f350beba" providerId="ADAL" clId="{681DC565-655F-B740-95B1-E894725C6124}" dt="2024-01-16T12:00:14.394" v="1172" actId="20577"/>
        <pc:sldMkLst>
          <pc:docMk/>
          <pc:sldMk cId="3692990381" sldId="294"/>
        </pc:sldMkLst>
      </pc:sldChg>
    </pc:docChg>
  </pc:docChgLst>
  <pc:docChgLst>
    <pc:chgData name="Jun Hong" userId="fae4f9bd-26d5-4760-9ac2-6f75f350beba" providerId="ADAL" clId="{C9E11E5D-1418-594E-B903-4DCDF68AFAA3}"/>
    <pc:docChg chg="undo custSel addSld delSld modSld sldOrd">
      <pc:chgData name="Jun Hong" userId="fae4f9bd-26d5-4760-9ac2-6f75f350beba" providerId="ADAL" clId="{C9E11E5D-1418-594E-B903-4DCDF68AFAA3}" dt="2024-12-19T12:11:40.572" v="1890" actId="20577"/>
      <pc:docMkLst>
        <pc:docMk/>
      </pc:docMkLst>
      <pc:sldChg chg="modSp mod">
        <pc:chgData name="Jun Hong" userId="fae4f9bd-26d5-4760-9ac2-6f75f350beba" providerId="ADAL" clId="{C9E11E5D-1418-594E-B903-4DCDF68AFAA3}" dt="2024-12-19T12:11:40.572" v="1890" actId="20577"/>
        <pc:sldMkLst>
          <pc:docMk/>
          <pc:sldMk cId="2688417654" sldId="258"/>
        </pc:sldMkLst>
        <pc:spChg chg="mod">
          <ac:chgData name="Jun Hong" userId="fae4f9bd-26d5-4760-9ac2-6f75f350beba" providerId="ADAL" clId="{C9E11E5D-1418-594E-B903-4DCDF68AFAA3}" dt="2024-12-19T12:11:40.572" v="1890" actId="20577"/>
          <ac:spMkLst>
            <pc:docMk/>
            <pc:sldMk cId="2688417654" sldId="258"/>
            <ac:spMk id="3" creationId="{C77EB706-3AD4-4A4F-8AD3-543636C6D46C}"/>
          </ac:spMkLst>
        </pc:spChg>
      </pc:sldChg>
      <pc:sldChg chg="modSp modNotesTx">
        <pc:chgData name="Jun Hong" userId="fae4f9bd-26d5-4760-9ac2-6f75f350beba" providerId="ADAL" clId="{C9E11E5D-1418-594E-B903-4DCDF68AFAA3}" dt="2024-12-19T10:52:01.673" v="1535" actId="20577"/>
        <pc:sldMkLst>
          <pc:docMk/>
          <pc:sldMk cId="1339422725" sldId="262"/>
        </pc:sldMkLst>
        <pc:spChg chg="mod">
          <ac:chgData name="Jun Hong" userId="fae4f9bd-26d5-4760-9ac2-6f75f350beba" providerId="ADAL" clId="{C9E11E5D-1418-594E-B903-4DCDF68AFAA3}" dt="2024-12-11T15:02:30.133" v="1" actId="114"/>
          <ac:spMkLst>
            <pc:docMk/>
            <pc:sldMk cId="1339422725" sldId="262"/>
            <ac:spMk id="3" creationId="{F137AED9-756F-F749-B584-EFACDEDA71BA}"/>
          </ac:spMkLst>
        </pc:spChg>
      </pc:sldChg>
      <pc:sldChg chg="modSp mod">
        <pc:chgData name="Jun Hong" userId="fae4f9bd-26d5-4760-9ac2-6f75f350beba" providerId="ADAL" clId="{C9E11E5D-1418-594E-B903-4DCDF68AFAA3}" dt="2024-12-19T11:13:48.914" v="1722" actId="20577"/>
        <pc:sldMkLst>
          <pc:docMk/>
          <pc:sldMk cId="1457617572" sldId="265"/>
        </pc:sldMkLst>
        <pc:spChg chg="mod">
          <ac:chgData name="Jun Hong" userId="fae4f9bd-26d5-4760-9ac2-6f75f350beba" providerId="ADAL" clId="{C9E11E5D-1418-594E-B903-4DCDF68AFAA3}" dt="2024-12-19T11:13:48.914" v="1722" actId="20577"/>
          <ac:spMkLst>
            <pc:docMk/>
            <pc:sldMk cId="1457617572" sldId="265"/>
            <ac:spMk id="2" creationId="{08CAA084-C0BF-3F44-B9BC-34E2888C2CAF}"/>
          </ac:spMkLst>
        </pc:spChg>
        <pc:spChg chg="mod">
          <ac:chgData name="Jun Hong" userId="fae4f9bd-26d5-4760-9ac2-6f75f350beba" providerId="ADAL" clId="{C9E11E5D-1418-594E-B903-4DCDF68AFAA3}" dt="2024-12-19T11:13:41.207" v="1717" actId="20577"/>
          <ac:spMkLst>
            <pc:docMk/>
            <pc:sldMk cId="1457617572" sldId="265"/>
            <ac:spMk id="3" creationId="{EC8C08B1-DA6E-8140-BD1B-C8F4107B2AEE}"/>
          </ac:spMkLst>
        </pc:spChg>
      </pc:sldChg>
      <pc:sldChg chg="modSp mod">
        <pc:chgData name="Jun Hong" userId="fae4f9bd-26d5-4760-9ac2-6f75f350beba" providerId="ADAL" clId="{C9E11E5D-1418-594E-B903-4DCDF68AFAA3}" dt="2024-12-17T14:28:40.267" v="1397" actId="20577"/>
        <pc:sldMkLst>
          <pc:docMk/>
          <pc:sldMk cId="400265734" sldId="270"/>
        </pc:sldMkLst>
        <pc:spChg chg="mod">
          <ac:chgData name="Jun Hong" userId="fae4f9bd-26d5-4760-9ac2-6f75f350beba" providerId="ADAL" clId="{C9E11E5D-1418-594E-B903-4DCDF68AFAA3}" dt="2024-12-17T14:28:40.267" v="1397" actId="20577"/>
          <ac:spMkLst>
            <pc:docMk/>
            <pc:sldMk cId="400265734" sldId="270"/>
            <ac:spMk id="3" creationId="{0AEA290A-99CB-394E-BE9A-31C2CA525D11}"/>
          </ac:spMkLst>
        </pc:spChg>
      </pc:sldChg>
      <pc:sldChg chg="modSp modNotesTx">
        <pc:chgData name="Jun Hong" userId="fae4f9bd-26d5-4760-9ac2-6f75f350beba" providerId="ADAL" clId="{C9E11E5D-1418-594E-B903-4DCDF68AFAA3}" dt="2024-12-19T10:54:07.114" v="1537" actId="20577"/>
        <pc:sldMkLst>
          <pc:docMk/>
          <pc:sldMk cId="2851547887" sldId="276"/>
        </pc:sldMkLst>
        <pc:spChg chg="mod">
          <ac:chgData name="Jun Hong" userId="fae4f9bd-26d5-4760-9ac2-6f75f350beba" providerId="ADAL" clId="{C9E11E5D-1418-594E-B903-4DCDF68AFAA3}" dt="2024-12-19T10:54:07.114" v="1537" actId="20577"/>
          <ac:spMkLst>
            <pc:docMk/>
            <pc:sldMk cId="2851547887" sldId="276"/>
            <ac:spMk id="3" creationId="{F137AED9-756F-F749-B584-EFACDEDA71BA}"/>
          </ac:spMkLst>
        </pc:spChg>
      </pc:sldChg>
      <pc:sldChg chg="modSp mod">
        <pc:chgData name="Jun Hong" userId="fae4f9bd-26d5-4760-9ac2-6f75f350beba" providerId="ADAL" clId="{C9E11E5D-1418-594E-B903-4DCDF68AFAA3}" dt="2024-12-12T09:28:27.892" v="1122" actId="20577"/>
        <pc:sldMkLst>
          <pc:docMk/>
          <pc:sldMk cId="1805216049" sldId="277"/>
        </pc:sldMkLst>
        <pc:spChg chg="mod">
          <ac:chgData name="Jun Hong" userId="fae4f9bd-26d5-4760-9ac2-6f75f350beba" providerId="ADAL" clId="{C9E11E5D-1418-594E-B903-4DCDF68AFAA3}" dt="2024-12-12T09:28:27.892" v="1122" actId="20577"/>
          <ac:spMkLst>
            <pc:docMk/>
            <pc:sldMk cId="1805216049" sldId="277"/>
            <ac:spMk id="2" creationId="{6A7A794F-ACB2-194E-BF2A-F63708670003}"/>
          </ac:spMkLst>
        </pc:spChg>
        <pc:spChg chg="mod">
          <ac:chgData name="Jun Hong" userId="fae4f9bd-26d5-4760-9ac2-6f75f350beba" providerId="ADAL" clId="{C9E11E5D-1418-594E-B903-4DCDF68AFAA3}" dt="2024-12-12T09:26:06.556" v="1101"/>
          <ac:spMkLst>
            <pc:docMk/>
            <pc:sldMk cId="1805216049" sldId="277"/>
            <ac:spMk id="3" creationId="{46EDBA94-4215-904D-8B7E-8320A6532036}"/>
          </ac:spMkLst>
        </pc:spChg>
      </pc:sldChg>
      <pc:sldChg chg="modSp mod modNotesTx">
        <pc:chgData name="Jun Hong" userId="fae4f9bd-26d5-4760-9ac2-6f75f350beba" providerId="ADAL" clId="{C9E11E5D-1418-594E-B903-4DCDF68AFAA3}" dt="2024-12-19T11:01:18.084" v="1705" actId="20577"/>
        <pc:sldMkLst>
          <pc:docMk/>
          <pc:sldMk cId="2251082200" sldId="280"/>
        </pc:sldMkLst>
      </pc:sldChg>
      <pc:sldChg chg="del ord">
        <pc:chgData name="Jun Hong" userId="fae4f9bd-26d5-4760-9ac2-6f75f350beba" providerId="ADAL" clId="{C9E11E5D-1418-594E-B903-4DCDF68AFAA3}" dt="2024-12-12T11:27:52.658" v="1373" actId="2696"/>
        <pc:sldMkLst>
          <pc:docMk/>
          <pc:sldMk cId="101154632" sldId="287"/>
        </pc:sldMkLst>
      </pc:sldChg>
      <pc:sldChg chg="modSp modNotesTx">
        <pc:chgData name="Jun Hong" userId="fae4f9bd-26d5-4760-9ac2-6f75f350beba" providerId="ADAL" clId="{C9E11E5D-1418-594E-B903-4DCDF68AFAA3}" dt="2024-12-19T11:12:34.093" v="1712" actId="20577"/>
        <pc:sldMkLst>
          <pc:docMk/>
          <pc:sldMk cId="46689403" sldId="292"/>
        </pc:sldMkLst>
        <pc:spChg chg="mod">
          <ac:chgData name="Jun Hong" userId="fae4f9bd-26d5-4760-9ac2-6f75f350beba" providerId="ADAL" clId="{C9E11E5D-1418-594E-B903-4DCDF68AFAA3}" dt="2024-12-17T14:54:27.289" v="1457" actId="114"/>
          <ac:spMkLst>
            <pc:docMk/>
            <pc:sldMk cId="46689403" sldId="292"/>
            <ac:spMk id="3" creationId="{044E3DD2-1E03-B848-88F2-6DB534643674}"/>
          </ac:spMkLst>
        </pc:spChg>
      </pc:sldChg>
      <pc:sldChg chg="modSp mod">
        <pc:chgData name="Jun Hong" userId="fae4f9bd-26d5-4760-9ac2-6f75f350beba" providerId="ADAL" clId="{C9E11E5D-1418-594E-B903-4DCDF68AFAA3}" dt="2024-12-12T10:45:33.803" v="1159" actId="114"/>
        <pc:sldMkLst>
          <pc:docMk/>
          <pc:sldMk cId="3692990381" sldId="294"/>
        </pc:sldMkLst>
        <pc:spChg chg="mod">
          <ac:chgData name="Jun Hong" userId="fae4f9bd-26d5-4760-9ac2-6f75f350beba" providerId="ADAL" clId="{C9E11E5D-1418-594E-B903-4DCDF68AFAA3}" dt="2024-12-12T10:45:33.803" v="1159" actId="114"/>
          <ac:spMkLst>
            <pc:docMk/>
            <pc:sldMk cId="3692990381" sldId="294"/>
            <ac:spMk id="3" creationId="{EC8C08B1-DA6E-8140-BD1B-C8F4107B2AEE}"/>
          </ac:spMkLst>
        </pc:spChg>
      </pc:sldChg>
      <pc:sldChg chg="addSp modSp add mod">
        <pc:chgData name="Jun Hong" userId="fae4f9bd-26d5-4760-9ac2-6f75f350beba" providerId="ADAL" clId="{C9E11E5D-1418-594E-B903-4DCDF68AFAA3}" dt="2024-12-19T11:16:05.758" v="1773" actId="255"/>
        <pc:sldMkLst>
          <pc:docMk/>
          <pc:sldMk cId="3680711942" sldId="295"/>
        </pc:sldMkLst>
        <pc:spChg chg="mod">
          <ac:chgData name="Jun Hong" userId="fae4f9bd-26d5-4760-9ac2-6f75f350beba" providerId="ADAL" clId="{C9E11E5D-1418-594E-B903-4DCDF68AFAA3}" dt="2024-12-12T10:56:09.702" v="1194" actId="20577"/>
          <ac:spMkLst>
            <pc:docMk/>
            <pc:sldMk cId="3680711942" sldId="295"/>
            <ac:spMk id="2" creationId="{748CBCE0-DFE1-09F9-A765-AA86F4E189C7}"/>
          </ac:spMkLst>
        </pc:spChg>
        <pc:spChg chg="mod">
          <ac:chgData name="Jun Hong" userId="fae4f9bd-26d5-4760-9ac2-6f75f350beba" providerId="ADAL" clId="{C9E11E5D-1418-594E-B903-4DCDF68AFAA3}" dt="2024-12-12T11:00:42.629" v="1223" actId="20577"/>
          <ac:spMkLst>
            <pc:docMk/>
            <pc:sldMk cId="3680711942" sldId="295"/>
            <ac:spMk id="3" creationId="{33E69C45-DEF2-6A43-275A-51AC583BF15E}"/>
          </ac:spMkLst>
        </pc:spChg>
        <pc:spChg chg="mod">
          <ac:chgData name="Jun Hong" userId="fae4f9bd-26d5-4760-9ac2-6f75f350beba" providerId="ADAL" clId="{C9E11E5D-1418-594E-B903-4DCDF68AFAA3}" dt="2024-12-12T11:01:43.338" v="1224"/>
          <ac:spMkLst>
            <pc:docMk/>
            <pc:sldMk cId="3680711942" sldId="295"/>
            <ac:spMk id="5" creationId="{8181448E-194E-15EC-53E1-93AEC34D2735}"/>
          </ac:spMkLst>
        </pc:spChg>
        <pc:spChg chg="mod">
          <ac:chgData name="Jun Hong" userId="fae4f9bd-26d5-4760-9ac2-6f75f350beba" providerId="ADAL" clId="{C9E11E5D-1418-594E-B903-4DCDF68AFAA3}" dt="2024-12-12T11:01:43.338" v="1224"/>
          <ac:spMkLst>
            <pc:docMk/>
            <pc:sldMk cId="3680711942" sldId="295"/>
            <ac:spMk id="6" creationId="{143AC06F-4DCE-12FE-10CA-FCFB67361F82}"/>
          </ac:spMkLst>
        </pc:spChg>
        <pc:spChg chg="mod">
          <ac:chgData name="Jun Hong" userId="fae4f9bd-26d5-4760-9ac2-6f75f350beba" providerId="ADAL" clId="{C9E11E5D-1418-594E-B903-4DCDF68AFAA3}" dt="2024-12-12T11:01:43.338" v="1224"/>
          <ac:spMkLst>
            <pc:docMk/>
            <pc:sldMk cId="3680711942" sldId="295"/>
            <ac:spMk id="7" creationId="{51477B87-2922-E25C-ED28-4E2AA5D7B467}"/>
          </ac:spMkLst>
        </pc:spChg>
        <pc:spChg chg="mod">
          <ac:chgData name="Jun Hong" userId="fae4f9bd-26d5-4760-9ac2-6f75f350beba" providerId="ADAL" clId="{C9E11E5D-1418-594E-B903-4DCDF68AFAA3}" dt="2024-12-12T11:01:43.338" v="1224"/>
          <ac:spMkLst>
            <pc:docMk/>
            <pc:sldMk cId="3680711942" sldId="295"/>
            <ac:spMk id="8" creationId="{A0E2E242-BB7D-11F3-8CA6-E38A7A33DA7A}"/>
          </ac:spMkLst>
        </pc:spChg>
        <pc:spChg chg="mod">
          <ac:chgData name="Jun Hong" userId="fae4f9bd-26d5-4760-9ac2-6f75f350beba" providerId="ADAL" clId="{C9E11E5D-1418-594E-B903-4DCDF68AFAA3}" dt="2024-12-12T11:01:43.338" v="1224"/>
          <ac:spMkLst>
            <pc:docMk/>
            <pc:sldMk cId="3680711942" sldId="295"/>
            <ac:spMk id="9" creationId="{AE444D90-48F6-1363-80FA-0A5AFDCD35F2}"/>
          </ac:spMkLst>
        </pc:spChg>
        <pc:spChg chg="mod">
          <ac:chgData name="Jun Hong" userId="fae4f9bd-26d5-4760-9ac2-6f75f350beba" providerId="ADAL" clId="{C9E11E5D-1418-594E-B903-4DCDF68AFAA3}" dt="2024-12-12T11:01:43.338" v="1224"/>
          <ac:spMkLst>
            <pc:docMk/>
            <pc:sldMk cId="3680711942" sldId="295"/>
            <ac:spMk id="10" creationId="{D8FAE02D-87D2-8428-A7B8-BA942BADD2AC}"/>
          </ac:spMkLst>
        </pc:spChg>
        <pc:spChg chg="mod">
          <ac:chgData name="Jun Hong" userId="fae4f9bd-26d5-4760-9ac2-6f75f350beba" providerId="ADAL" clId="{C9E11E5D-1418-594E-B903-4DCDF68AFAA3}" dt="2024-12-12T11:01:43.338" v="1224"/>
          <ac:spMkLst>
            <pc:docMk/>
            <pc:sldMk cId="3680711942" sldId="295"/>
            <ac:spMk id="11" creationId="{6B199622-18BC-4938-C6BC-FCEAA68780B3}"/>
          </ac:spMkLst>
        </pc:spChg>
        <pc:spChg chg="mod">
          <ac:chgData name="Jun Hong" userId="fae4f9bd-26d5-4760-9ac2-6f75f350beba" providerId="ADAL" clId="{C9E11E5D-1418-594E-B903-4DCDF68AFAA3}" dt="2024-12-12T11:01:43.338" v="1224"/>
          <ac:spMkLst>
            <pc:docMk/>
            <pc:sldMk cId="3680711942" sldId="295"/>
            <ac:spMk id="12" creationId="{1FCA81CE-9A1A-EECF-D376-D85EC6BAD974}"/>
          </ac:spMkLst>
        </pc:spChg>
        <pc:spChg chg="mod">
          <ac:chgData name="Jun Hong" userId="fae4f9bd-26d5-4760-9ac2-6f75f350beba" providerId="ADAL" clId="{C9E11E5D-1418-594E-B903-4DCDF68AFAA3}" dt="2024-12-12T11:01:43.338" v="1224"/>
          <ac:spMkLst>
            <pc:docMk/>
            <pc:sldMk cId="3680711942" sldId="295"/>
            <ac:spMk id="13" creationId="{745B9D00-CC12-F983-CDA3-180554C1C0F6}"/>
          </ac:spMkLst>
        </pc:spChg>
        <pc:spChg chg="mod">
          <ac:chgData name="Jun Hong" userId="fae4f9bd-26d5-4760-9ac2-6f75f350beba" providerId="ADAL" clId="{C9E11E5D-1418-594E-B903-4DCDF68AFAA3}" dt="2024-12-12T11:01:43.338" v="1224"/>
          <ac:spMkLst>
            <pc:docMk/>
            <pc:sldMk cId="3680711942" sldId="295"/>
            <ac:spMk id="14" creationId="{58EADCAE-5230-A469-F27B-EF29ADFEC94B}"/>
          </ac:spMkLst>
        </pc:spChg>
        <pc:spChg chg="add mod">
          <ac:chgData name="Jun Hong" userId="fae4f9bd-26d5-4760-9ac2-6f75f350beba" providerId="ADAL" clId="{C9E11E5D-1418-594E-B903-4DCDF68AFAA3}" dt="2024-12-12T11:02:01.704" v="1227" actId="14100"/>
          <ac:spMkLst>
            <pc:docMk/>
            <pc:sldMk cId="3680711942" sldId="295"/>
            <ac:spMk id="15" creationId="{83A995EB-951D-E2AD-525D-9286F8CF1A06}"/>
          </ac:spMkLst>
        </pc:spChg>
        <pc:spChg chg="add mod">
          <ac:chgData name="Jun Hong" userId="fae4f9bd-26d5-4760-9ac2-6f75f350beba" providerId="ADAL" clId="{C9E11E5D-1418-594E-B903-4DCDF68AFAA3}" dt="2024-12-12T11:02:01.704" v="1227" actId="14100"/>
          <ac:spMkLst>
            <pc:docMk/>
            <pc:sldMk cId="3680711942" sldId="295"/>
            <ac:spMk id="16" creationId="{3E2744C0-7CAD-F7AB-26B2-E5B0A7A2460D}"/>
          </ac:spMkLst>
        </pc:spChg>
        <pc:spChg chg="add mod">
          <ac:chgData name="Jun Hong" userId="fae4f9bd-26d5-4760-9ac2-6f75f350beba" providerId="ADAL" clId="{C9E11E5D-1418-594E-B903-4DCDF68AFAA3}" dt="2024-12-12T11:02:01.704" v="1227" actId="14100"/>
          <ac:spMkLst>
            <pc:docMk/>
            <pc:sldMk cId="3680711942" sldId="295"/>
            <ac:spMk id="17" creationId="{2AE5DCD1-6B3F-3C89-F61D-B3F927F9EEA3}"/>
          </ac:spMkLst>
        </pc:spChg>
        <pc:spChg chg="add mod">
          <ac:chgData name="Jun Hong" userId="fae4f9bd-26d5-4760-9ac2-6f75f350beba" providerId="ADAL" clId="{C9E11E5D-1418-594E-B903-4DCDF68AFAA3}" dt="2024-12-12T11:02:01.704" v="1227" actId="14100"/>
          <ac:spMkLst>
            <pc:docMk/>
            <pc:sldMk cId="3680711942" sldId="295"/>
            <ac:spMk id="18" creationId="{7DFA80C0-6F4E-E01A-615D-2701B9712235}"/>
          </ac:spMkLst>
        </pc:spChg>
        <pc:spChg chg="add mod">
          <ac:chgData name="Jun Hong" userId="fae4f9bd-26d5-4760-9ac2-6f75f350beba" providerId="ADAL" clId="{C9E11E5D-1418-594E-B903-4DCDF68AFAA3}" dt="2024-12-12T11:02:01.704" v="1227" actId="14100"/>
          <ac:spMkLst>
            <pc:docMk/>
            <pc:sldMk cId="3680711942" sldId="295"/>
            <ac:spMk id="19" creationId="{8B3D4F3B-6C7D-5931-597D-32F054D0AC72}"/>
          </ac:spMkLst>
        </pc:spChg>
        <pc:spChg chg="add mod">
          <ac:chgData name="Jun Hong" userId="fae4f9bd-26d5-4760-9ac2-6f75f350beba" providerId="ADAL" clId="{C9E11E5D-1418-594E-B903-4DCDF68AFAA3}" dt="2024-12-12T11:02:01.704" v="1227" actId="14100"/>
          <ac:spMkLst>
            <pc:docMk/>
            <pc:sldMk cId="3680711942" sldId="295"/>
            <ac:spMk id="20" creationId="{224293F2-2AC7-1641-BFF6-A1D563DAF3F0}"/>
          </ac:spMkLst>
        </pc:spChg>
        <pc:spChg chg="add mod">
          <ac:chgData name="Jun Hong" userId="fae4f9bd-26d5-4760-9ac2-6f75f350beba" providerId="ADAL" clId="{C9E11E5D-1418-594E-B903-4DCDF68AFAA3}" dt="2024-12-12T11:02:01.704" v="1227" actId="14100"/>
          <ac:spMkLst>
            <pc:docMk/>
            <pc:sldMk cId="3680711942" sldId="295"/>
            <ac:spMk id="21" creationId="{6F584FD0-7B85-71D4-B613-AE0DACEE3765}"/>
          </ac:spMkLst>
        </pc:spChg>
        <pc:spChg chg="add mod">
          <ac:chgData name="Jun Hong" userId="fae4f9bd-26d5-4760-9ac2-6f75f350beba" providerId="ADAL" clId="{C9E11E5D-1418-594E-B903-4DCDF68AFAA3}" dt="2024-12-12T11:02:01.704" v="1227" actId="14100"/>
          <ac:spMkLst>
            <pc:docMk/>
            <pc:sldMk cId="3680711942" sldId="295"/>
            <ac:spMk id="22" creationId="{9E03C6A4-8E5A-1657-3211-CE8806D324AA}"/>
          </ac:spMkLst>
        </pc:spChg>
        <pc:spChg chg="add mod">
          <ac:chgData name="Jun Hong" userId="fae4f9bd-26d5-4760-9ac2-6f75f350beba" providerId="ADAL" clId="{C9E11E5D-1418-594E-B903-4DCDF68AFAA3}" dt="2024-12-12T11:02:01.704" v="1227" actId="14100"/>
          <ac:spMkLst>
            <pc:docMk/>
            <pc:sldMk cId="3680711942" sldId="295"/>
            <ac:spMk id="23" creationId="{226575ED-9D9D-E7BD-30FE-590503B8510C}"/>
          </ac:spMkLst>
        </pc:spChg>
        <pc:spChg chg="mod">
          <ac:chgData name="Jun Hong" userId="fae4f9bd-26d5-4760-9ac2-6f75f350beba" providerId="ADAL" clId="{C9E11E5D-1418-594E-B903-4DCDF68AFAA3}" dt="2024-12-12T11:01:43.338" v="1224"/>
          <ac:spMkLst>
            <pc:docMk/>
            <pc:sldMk cId="3680711942" sldId="295"/>
            <ac:spMk id="25" creationId="{B9561063-2D18-26CE-BCBA-46722120A125}"/>
          </ac:spMkLst>
        </pc:spChg>
        <pc:spChg chg="mod">
          <ac:chgData name="Jun Hong" userId="fae4f9bd-26d5-4760-9ac2-6f75f350beba" providerId="ADAL" clId="{C9E11E5D-1418-594E-B903-4DCDF68AFAA3}" dt="2024-12-12T11:01:43.338" v="1224"/>
          <ac:spMkLst>
            <pc:docMk/>
            <pc:sldMk cId="3680711942" sldId="295"/>
            <ac:spMk id="26" creationId="{98FD29CF-E8B3-3E41-45D3-F8EDBBFCB187}"/>
          </ac:spMkLst>
        </pc:spChg>
        <pc:spChg chg="add mod">
          <ac:chgData name="Jun Hong" userId="fae4f9bd-26d5-4760-9ac2-6f75f350beba" providerId="ADAL" clId="{C9E11E5D-1418-594E-B903-4DCDF68AFAA3}" dt="2024-12-12T11:02:01.704" v="1227" actId="14100"/>
          <ac:spMkLst>
            <pc:docMk/>
            <pc:sldMk cId="3680711942" sldId="295"/>
            <ac:spMk id="27" creationId="{7D1CCE3D-31B0-3BA0-6754-830F5CCA481C}"/>
          </ac:spMkLst>
        </pc:spChg>
        <pc:spChg chg="mod">
          <ac:chgData name="Jun Hong" userId="fae4f9bd-26d5-4760-9ac2-6f75f350beba" providerId="ADAL" clId="{C9E11E5D-1418-594E-B903-4DCDF68AFAA3}" dt="2024-12-12T11:01:43.338" v="1224"/>
          <ac:spMkLst>
            <pc:docMk/>
            <pc:sldMk cId="3680711942" sldId="295"/>
            <ac:spMk id="29" creationId="{E437D935-8EF7-B10F-A9CF-281CC25AED05}"/>
          </ac:spMkLst>
        </pc:spChg>
        <pc:spChg chg="mod">
          <ac:chgData name="Jun Hong" userId="fae4f9bd-26d5-4760-9ac2-6f75f350beba" providerId="ADAL" clId="{C9E11E5D-1418-594E-B903-4DCDF68AFAA3}" dt="2024-12-12T11:01:43.338" v="1224"/>
          <ac:spMkLst>
            <pc:docMk/>
            <pc:sldMk cId="3680711942" sldId="295"/>
            <ac:spMk id="30" creationId="{5DF5BB77-5E91-B454-0A27-98327FAC012F}"/>
          </ac:spMkLst>
        </pc:spChg>
        <pc:spChg chg="mod">
          <ac:chgData name="Jun Hong" userId="fae4f9bd-26d5-4760-9ac2-6f75f350beba" providerId="ADAL" clId="{C9E11E5D-1418-594E-B903-4DCDF68AFAA3}" dt="2024-12-12T11:01:43.338" v="1224"/>
          <ac:spMkLst>
            <pc:docMk/>
            <pc:sldMk cId="3680711942" sldId="295"/>
            <ac:spMk id="31" creationId="{22B8C30F-DE1B-9245-5185-7811234E3839}"/>
          </ac:spMkLst>
        </pc:spChg>
        <pc:spChg chg="add mod">
          <ac:chgData name="Jun Hong" userId="fae4f9bd-26d5-4760-9ac2-6f75f350beba" providerId="ADAL" clId="{C9E11E5D-1418-594E-B903-4DCDF68AFAA3}" dt="2024-12-12T11:02:01.704" v="1227" actId="14100"/>
          <ac:spMkLst>
            <pc:docMk/>
            <pc:sldMk cId="3680711942" sldId="295"/>
            <ac:spMk id="33" creationId="{43F1E4EB-A4CF-4A55-BE43-688D09D7C0AB}"/>
          </ac:spMkLst>
        </pc:spChg>
        <pc:spChg chg="add mod">
          <ac:chgData name="Jun Hong" userId="fae4f9bd-26d5-4760-9ac2-6f75f350beba" providerId="ADAL" clId="{C9E11E5D-1418-594E-B903-4DCDF68AFAA3}" dt="2024-12-12T11:02:01.704" v="1227" actId="14100"/>
          <ac:spMkLst>
            <pc:docMk/>
            <pc:sldMk cId="3680711942" sldId="295"/>
            <ac:spMk id="34" creationId="{14F36383-7F2C-56F8-0786-93FCEAD9937D}"/>
          </ac:spMkLst>
        </pc:spChg>
        <pc:spChg chg="add mod">
          <ac:chgData name="Jun Hong" userId="fae4f9bd-26d5-4760-9ac2-6f75f350beba" providerId="ADAL" clId="{C9E11E5D-1418-594E-B903-4DCDF68AFAA3}" dt="2024-12-12T11:02:01.704" v="1227" actId="14100"/>
          <ac:spMkLst>
            <pc:docMk/>
            <pc:sldMk cId="3680711942" sldId="295"/>
            <ac:spMk id="35" creationId="{61122D4E-9724-B427-280D-0708D2204AD7}"/>
          </ac:spMkLst>
        </pc:spChg>
        <pc:spChg chg="add mod">
          <ac:chgData name="Jun Hong" userId="fae4f9bd-26d5-4760-9ac2-6f75f350beba" providerId="ADAL" clId="{C9E11E5D-1418-594E-B903-4DCDF68AFAA3}" dt="2024-12-12T11:02:01.704" v="1227" actId="14100"/>
          <ac:spMkLst>
            <pc:docMk/>
            <pc:sldMk cId="3680711942" sldId="295"/>
            <ac:spMk id="36" creationId="{4E2A24A3-28E4-48D8-ACEF-B3331D26E2A2}"/>
          </ac:spMkLst>
        </pc:spChg>
        <pc:spChg chg="add mod">
          <ac:chgData name="Jun Hong" userId="fae4f9bd-26d5-4760-9ac2-6f75f350beba" providerId="ADAL" clId="{C9E11E5D-1418-594E-B903-4DCDF68AFAA3}" dt="2024-12-12T11:02:01.704" v="1227" actId="14100"/>
          <ac:spMkLst>
            <pc:docMk/>
            <pc:sldMk cId="3680711942" sldId="295"/>
            <ac:spMk id="37" creationId="{36B546A0-BAE6-83BD-050F-412AEC8B3A37}"/>
          </ac:spMkLst>
        </pc:spChg>
        <pc:spChg chg="add mod">
          <ac:chgData name="Jun Hong" userId="fae4f9bd-26d5-4760-9ac2-6f75f350beba" providerId="ADAL" clId="{C9E11E5D-1418-594E-B903-4DCDF68AFAA3}" dt="2024-12-12T11:02:01.704" v="1227" actId="14100"/>
          <ac:spMkLst>
            <pc:docMk/>
            <pc:sldMk cId="3680711942" sldId="295"/>
            <ac:spMk id="38" creationId="{77652C06-F759-0435-282C-FD63260031AE}"/>
          </ac:spMkLst>
        </pc:spChg>
        <pc:spChg chg="add mod">
          <ac:chgData name="Jun Hong" userId="fae4f9bd-26d5-4760-9ac2-6f75f350beba" providerId="ADAL" clId="{C9E11E5D-1418-594E-B903-4DCDF68AFAA3}" dt="2024-12-12T11:02:01.704" v="1227" actId="14100"/>
          <ac:spMkLst>
            <pc:docMk/>
            <pc:sldMk cId="3680711942" sldId="295"/>
            <ac:spMk id="39" creationId="{33E2E925-0AB4-26B3-F177-A4E422634F2F}"/>
          </ac:spMkLst>
        </pc:spChg>
        <pc:spChg chg="add mod">
          <ac:chgData name="Jun Hong" userId="fae4f9bd-26d5-4760-9ac2-6f75f350beba" providerId="ADAL" clId="{C9E11E5D-1418-594E-B903-4DCDF68AFAA3}" dt="2024-12-12T11:02:01.704" v="1227" actId="14100"/>
          <ac:spMkLst>
            <pc:docMk/>
            <pc:sldMk cId="3680711942" sldId="295"/>
            <ac:spMk id="40" creationId="{BE6DD690-3BA3-69E3-30F3-957DA3D8160B}"/>
          </ac:spMkLst>
        </pc:spChg>
        <pc:spChg chg="add mod">
          <ac:chgData name="Jun Hong" userId="fae4f9bd-26d5-4760-9ac2-6f75f350beba" providerId="ADAL" clId="{C9E11E5D-1418-594E-B903-4DCDF68AFAA3}" dt="2024-12-19T11:16:05.758" v="1773" actId="255"/>
          <ac:spMkLst>
            <pc:docMk/>
            <pc:sldMk cId="3680711942" sldId="295"/>
            <ac:spMk id="41" creationId="{91A42759-CCAD-138D-CE61-C3102A2BC328}"/>
          </ac:spMkLst>
        </pc:spChg>
        <pc:grpChg chg="add mod">
          <ac:chgData name="Jun Hong" userId="fae4f9bd-26d5-4760-9ac2-6f75f350beba" providerId="ADAL" clId="{C9E11E5D-1418-594E-B903-4DCDF68AFAA3}" dt="2024-12-12T11:02:01.704" v="1227" actId="14100"/>
          <ac:grpSpMkLst>
            <pc:docMk/>
            <pc:sldMk cId="3680711942" sldId="295"/>
            <ac:grpSpMk id="4" creationId="{3CD47B98-EED5-E26C-83E3-1FE4F46B2979}"/>
          </ac:grpSpMkLst>
        </pc:grpChg>
        <pc:grpChg chg="add mod">
          <ac:chgData name="Jun Hong" userId="fae4f9bd-26d5-4760-9ac2-6f75f350beba" providerId="ADAL" clId="{C9E11E5D-1418-594E-B903-4DCDF68AFAA3}" dt="2024-12-12T11:02:01.704" v="1227" actId="14100"/>
          <ac:grpSpMkLst>
            <pc:docMk/>
            <pc:sldMk cId="3680711942" sldId="295"/>
            <ac:grpSpMk id="24" creationId="{4293E3CB-C7E5-81FD-1DB6-9C539D3543EB}"/>
          </ac:grpSpMkLst>
        </pc:grpChg>
        <pc:grpChg chg="add mod">
          <ac:chgData name="Jun Hong" userId="fae4f9bd-26d5-4760-9ac2-6f75f350beba" providerId="ADAL" clId="{C9E11E5D-1418-594E-B903-4DCDF68AFAA3}" dt="2024-12-12T11:02:01.704" v="1227" actId="14100"/>
          <ac:grpSpMkLst>
            <pc:docMk/>
            <pc:sldMk cId="3680711942" sldId="295"/>
            <ac:grpSpMk id="28" creationId="{C6F96E0F-A7A0-E1B9-0054-1F669FC1199C}"/>
          </ac:grpSpMkLst>
        </pc:grpChg>
        <pc:picChg chg="mod">
          <ac:chgData name="Jun Hong" userId="fae4f9bd-26d5-4760-9ac2-6f75f350beba" providerId="ADAL" clId="{C9E11E5D-1418-594E-B903-4DCDF68AFAA3}" dt="2024-12-12T11:01:43.338" v="1224"/>
          <ac:picMkLst>
            <pc:docMk/>
            <pc:sldMk cId="3680711942" sldId="295"/>
            <ac:picMk id="32" creationId="{22633B61-7167-76A8-116E-1F54262B1040}"/>
          </ac:picMkLst>
        </pc:picChg>
      </pc:sldChg>
      <pc:sldChg chg="add del">
        <pc:chgData name="Jun Hong" userId="fae4f9bd-26d5-4760-9ac2-6f75f350beba" providerId="ADAL" clId="{C9E11E5D-1418-594E-B903-4DCDF68AFAA3}" dt="2024-12-12T09:07:47.739" v="1055" actId="2696"/>
        <pc:sldMkLst>
          <pc:docMk/>
          <pc:sldMk cId="3969721689" sldId="295"/>
        </pc:sldMkLst>
      </pc:sldChg>
      <pc:sldChg chg="addSp delSp modSp add mod">
        <pc:chgData name="Jun Hong" userId="fae4f9bd-26d5-4760-9ac2-6f75f350beba" providerId="ADAL" clId="{C9E11E5D-1418-594E-B903-4DCDF68AFAA3}" dt="2024-12-12T11:06:20.538" v="1244" actId="1076"/>
        <pc:sldMkLst>
          <pc:docMk/>
          <pc:sldMk cId="464948906" sldId="296"/>
        </pc:sldMkLst>
        <pc:spChg chg="mod">
          <ac:chgData name="Jun Hong" userId="fae4f9bd-26d5-4760-9ac2-6f75f350beba" providerId="ADAL" clId="{C9E11E5D-1418-594E-B903-4DCDF68AFAA3}" dt="2024-12-12T11:05:56.342" v="1243"/>
          <ac:spMkLst>
            <pc:docMk/>
            <pc:sldMk cId="464948906" sldId="296"/>
            <ac:spMk id="44" creationId="{0B377A89-BEC0-6C2E-7351-B8EF242EB49B}"/>
          </ac:spMkLst>
        </pc:spChg>
        <pc:spChg chg="mod">
          <ac:chgData name="Jun Hong" userId="fae4f9bd-26d5-4760-9ac2-6f75f350beba" providerId="ADAL" clId="{C9E11E5D-1418-594E-B903-4DCDF68AFAA3}" dt="2024-12-12T11:05:56.342" v="1243"/>
          <ac:spMkLst>
            <pc:docMk/>
            <pc:sldMk cId="464948906" sldId="296"/>
            <ac:spMk id="45" creationId="{09B519F2-0DA0-8238-10E3-6B3322D5CC47}"/>
          </ac:spMkLst>
        </pc:spChg>
        <pc:spChg chg="mod">
          <ac:chgData name="Jun Hong" userId="fae4f9bd-26d5-4760-9ac2-6f75f350beba" providerId="ADAL" clId="{C9E11E5D-1418-594E-B903-4DCDF68AFAA3}" dt="2024-12-12T11:05:56.342" v="1243"/>
          <ac:spMkLst>
            <pc:docMk/>
            <pc:sldMk cId="464948906" sldId="296"/>
            <ac:spMk id="46" creationId="{270AD6E5-B69D-BF06-C573-751F6976953C}"/>
          </ac:spMkLst>
        </pc:spChg>
        <pc:spChg chg="mod">
          <ac:chgData name="Jun Hong" userId="fae4f9bd-26d5-4760-9ac2-6f75f350beba" providerId="ADAL" clId="{C9E11E5D-1418-594E-B903-4DCDF68AFAA3}" dt="2024-12-12T11:05:56.342" v="1243"/>
          <ac:spMkLst>
            <pc:docMk/>
            <pc:sldMk cId="464948906" sldId="296"/>
            <ac:spMk id="47" creationId="{60EBC751-A9D4-BD7F-3C09-0D0DA4DE3F32}"/>
          </ac:spMkLst>
        </pc:spChg>
        <pc:spChg chg="mod">
          <ac:chgData name="Jun Hong" userId="fae4f9bd-26d5-4760-9ac2-6f75f350beba" providerId="ADAL" clId="{C9E11E5D-1418-594E-B903-4DCDF68AFAA3}" dt="2024-12-12T11:05:56.342" v="1243"/>
          <ac:spMkLst>
            <pc:docMk/>
            <pc:sldMk cId="464948906" sldId="296"/>
            <ac:spMk id="48" creationId="{7E8B68D1-8B6C-8F5C-52AA-C2E12FD18853}"/>
          </ac:spMkLst>
        </pc:spChg>
        <pc:spChg chg="mod">
          <ac:chgData name="Jun Hong" userId="fae4f9bd-26d5-4760-9ac2-6f75f350beba" providerId="ADAL" clId="{C9E11E5D-1418-594E-B903-4DCDF68AFAA3}" dt="2024-12-12T11:05:56.342" v="1243"/>
          <ac:spMkLst>
            <pc:docMk/>
            <pc:sldMk cId="464948906" sldId="296"/>
            <ac:spMk id="49" creationId="{D20362EE-18EC-4687-13DD-3D402CC6A657}"/>
          </ac:spMkLst>
        </pc:spChg>
        <pc:spChg chg="mod">
          <ac:chgData name="Jun Hong" userId="fae4f9bd-26d5-4760-9ac2-6f75f350beba" providerId="ADAL" clId="{C9E11E5D-1418-594E-B903-4DCDF68AFAA3}" dt="2024-12-12T11:05:56.342" v="1243"/>
          <ac:spMkLst>
            <pc:docMk/>
            <pc:sldMk cId="464948906" sldId="296"/>
            <ac:spMk id="50" creationId="{F5F9AE8A-A584-7040-8CAA-2AD9D99AB686}"/>
          </ac:spMkLst>
        </pc:spChg>
        <pc:spChg chg="mod">
          <ac:chgData name="Jun Hong" userId="fae4f9bd-26d5-4760-9ac2-6f75f350beba" providerId="ADAL" clId="{C9E11E5D-1418-594E-B903-4DCDF68AFAA3}" dt="2024-12-12T11:05:56.342" v="1243"/>
          <ac:spMkLst>
            <pc:docMk/>
            <pc:sldMk cId="464948906" sldId="296"/>
            <ac:spMk id="51" creationId="{F9E96E96-3A9C-F54D-8C83-288B0C67CB94}"/>
          </ac:spMkLst>
        </pc:spChg>
        <pc:spChg chg="mod">
          <ac:chgData name="Jun Hong" userId="fae4f9bd-26d5-4760-9ac2-6f75f350beba" providerId="ADAL" clId="{C9E11E5D-1418-594E-B903-4DCDF68AFAA3}" dt="2024-12-12T11:05:56.342" v="1243"/>
          <ac:spMkLst>
            <pc:docMk/>
            <pc:sldMk cId="464948906" sldId="296"/>
            <ac:spMk id="52" creationId="{C29343F1-D08C-4649-9791-3397561FDEB2}"/>
          </ac:spMkLst>
        </pc:spChg>
        <pc:spChg chg="mod">
          <ac:chgData name="Jun Hong" userId="fae4f9bd-26d5-4760-9ac2-6f75f350beba" providerId="ADAL" clId="{C9E11E5D-1418-594E-B903-4DCDF68AFAA3}" dt="2024-12-12T11:05:56.342" v="1243"/>
          <ac:spMkLst>
            <pc:docMk/>
            <pc:sldMk cId="464948906" sldId="296"/>
            <ac:spMk id="53" creationId="{B118641D-D839-2E0E-8F38-057A5C0671CA}"/>
          </ac:spMkLst>
        </pc:spChg>
        <pc:spChg chg="add mod">
          <ac:chgData name="Jun Hong" userId="fae4f9bd-26d5-4760-9ac2-6f75f350beba" providerId="ADAL" clId="{C9E11E5D-1418-594E-B903-4DCDF68AFAA3}" dt="2024-12-12T11:06:20.538" v="1244" actId="1076"/>
          <ac:spMkLst>
            <pc:docMk/>
            <pc:sldMk cId="464948906" sldId="296"/>
            <ac:spMk id="54" creationId="{D014D36E-E098-49A3-DC92-D27C3B6D4C54}"/>
          </ac:spMkLst>
        </pc:spChg>
        <pc:spChg chg="add mod">
          <ac:chgData name="Jun Hong" userId="fae4f9bd-26d5-4760-9ac2-6f75f350beba" providerId="ADAL" clId="{C9E11E5D-1418-594E-B903-4DCDF68AFAA3}" dt="2024-12-12T11:06:20.538" v="1244" actId="1076"/>
          <ac:spMkLst>
            <pc:docMk/>
            <pc:sldMk cId="464948906" sldId="296"/>
            <ac:spMk id="55" creationId="{AF22120C-359E-134C-F372-5152774D895F}"/>
          </ac:spMkLst>
        </pc:spChg>
        <pc:spChg chg="add mod">
          <ac:chgData name="Jun Hong" userId="fae4f9bd-26d5-4760-9ac2-6f75f350beba" providerId="ADAL" clId="{C9E11E5D-1418-594E-B903-4DCDF68AFAA3}" dt="2024-12-12T11:06:20.538" v="1244" actId="1076"/>
          <ac:spMkLst>
            <pc:docMk/>
            <pc:sldMk cId="464948906" sldId="296"/>
            <ac:spMk id="56" creationId="{3F35E89D-2F54-5B82-750D-2A879997F909}"/>
          </ac:spMkLst>
        </pc:spChg>
        <pc:spChg chg="add mod">
          <ac:chgData name="Jun Hong" userId="fae4f9bd-26d5-4760-9ac2-6f75f350beba" providerId="ADAL" clId="{C9E11E5D-1418-594E-B903-4DCDF68AFAA3}" dt="2024-12-12T11:06:20.538" v="1244" actId="1076"/>
          <ac:spMkLst>
            <pc:docMk/>
            <pc:sldMk cId="464948906" sldId="296"/>
            <ac:spMk id="57" creationId="{CF821907-A492-3B8A-F34B-C91DAABA6052}"/>
          </ac:spMkLst>
        </pc:spChg>
        <pc:spChg chg="add mod">
          <ac:chgData name="Jun Hong" userId="fae4f9bd-26d5-4760-9ac2-6f75f350beba" providerId="ADAL" clId="{C9E11E5D-1418-594E-B903-4DCDF68AFAA3}" dt="2024-12-12T11:06:20.538" v="1244" actId="1076"/>
          <ac:spMkLst>
            <pc:docMk/>
            <pc:sldMk cId="464948906" sldId="296"/>
            <ac:spMk id="58" creationId="{520CD7DF-2BCD-FE3E-2B95-2363B20739CE}"/>
          </ac:spMkLst>
        </pc:spChg>
        <pc:spChg chg="add mod">
          <ac:chgData name="Jun Hong" userId="fae4f9bd-26d5-4760-9ac2-6f75f350beba" providerId="ADAL" clId="{C9E11E5D-1418-594E-B903-4DCDF68AFAA3}" dt="2024-12-12T11:06:20.538" v="1244" actId="1076"/>
          <ac:spMkLst>
            <pc:docMk/>
            <pc:sldMk cId="464948906" sldId="296"/>
            <ac:spMk id="59" creationId="{EE366B17-DFEE-353B-FE59-841FEDED9E1C}"/>
          </ac:spMkLst>
        </pc:spChg>
        <pc:spChg chg="add mod">
          <ac:chgData name="Jun Hong" userId="fae4f9bd-26d5-4760-9ac2-6f75f350beba" providerId="ADAL" clId="{C9E11E5D-1418-594E-B903-4DCDF68AFAA3}" dt="2024-12-12T11:06:20.538" v="1244" actId="1076"/>
          <ac:spMkLst>
            <pc:docMk/>
            <pc:sldMk cId="464948906" sldId="296"/>
            <ac:spMk id="60" creationId="{8F5F1339-F437-850E-4998-8E96A62C1157}"/>
          </ac:spMkLst>
        </pc:spChg>
        <pc:spChg chg="add mod">
          <ac:chgData name="Jun Hong" userId="fae4f9bd-26d5-4760-9ac2-6f75f350beba" providerId="ADAL" clId="{C9E11E5D-1418-594E-B903-4DCDF68AFAA3}" dt="2024-12-12T11:06:20.538" v="1244" actId="1076"/>
          <ac:spMkLst>
            <pc:docMk/>
            <pc:sldMk cId="464948906" sldId="296"/>
            <ac:spMk id="61" creationId="{D3B85FE4-485A-661D-0761-73385F16B0D0}"/>
          </ac:spMkLst>
        </pc:spChg>
        <pc:spChg chg="add mod">
          <ac:chgData name="Jun Hong" userId="fae4f9bd-26d5-4760-9ac2-6f75f350beba" providerId="ADAL" clId="{C9E11E5D-1418-594E-B903-4DCDF68AFAA3}" dt="2024-12-12T11:06:20.538" v="1244" actId="1076"/>
          <ac:spMkLst>
            <pc:docMk/>
            <pc:sldMk cId="464948906" sldId="296"/>
            <ac:spMk id="62" creationId="{5314F254-E793-8536-EFC7-B1E2C81ADE7D}"/>
          </ac:spMkLst>
        </pc:spChg>
        <pc:spChg chg="mod">
          <ac:chgData name="Jun Hong" userId="fae4f9bd-26d5-4760-9ac2-6f75f350beba" providerId="ADAL" clId="{C9E11E5D-1418-594E-B903-4DCDF68AFAA3}" dt="2024-12-12T11:05:56.342" v="1243"/>
          <ac:spMkLst>
            <pc:docMk/>
            <pc:sldMk cId="464948906" sldId="296"/>
            <ac:spMk id="64" creationId="{F7956D2D-CA52-DF36-3AC7-BE70D88FF518}"/>
          </ac:spMkLst>
        </pc:spChg>
        <pc:spChg chg="mod">
          <ac:chgData name="Jun Hong" userId="fae4f9bd-26d5-4760-9ac2-6f75f350beba" providerId="ADAL" clId="{C9E11E5D-1418-594E-B903-4DCDF68AFAA3}" dt="2024-12-12T11:05:56.342" v="1243"/>
          <ac:spMkLst>
            <pc:docMk/>
            <pc:sldMk cId="464948906" sldId="296"/>
            <ac:spMk id="65" creationId="{6685A678-5C4B-2DCF-2DDB-F6B920D2D9ED}"/>
          </ac:spMkLst>
        </pc:spChg>
        <pc:spChg chg="add mod">
          <ac:chgData name="Jun Hong" userId="fae4f9bd-26d5-4760-9ac2-6f75f350beba" providerId="ADAL" clId="{C9E11E5D-1418-594E-B903-4DCDF68AFAA3}" dt="2024-12-12T11:06:20.538" v="1244" actId="1076"/>
          <ac:spMkLst>
            <pc:docMk/>
            <pc:sldMk cId="464948906" sldId="296"/>
            <ac:spMk id="66" creationId="{2024CB50-17FA-A158-FA4B-9C783059CEFD}"/>
          </ac:spMkLst>
        </pc:spChg>
        <pc:spChg chg="mod">
          <ac:chgData name="Jun Hong" userId="fae4f9bd-26d5-4760-9ac2-6f75f350beba" providerId="ADAL" clId="{C9E11E5D-1418-594E-B903-4DCDF68AFAA3}" dt="2024-12-12T11:05:56.342" v="1243"/>
          <ac:spMkLst>
            <pc:docMk/>
            <pc:sldMk cId="464948906" sldId="296"/>
            <ac:spMk id="68" creationId="{349D90D9-A235-2DB1-DDB9-5131E99EA546}"/>
          </ac:spMkLst>
        </pc:spChg>
        <pc:spChg chg="mod">
          <ac:chgData name="Jun Hong" userId="fae4f9bd-26d5-4760-9ac2-6f75f350beba" providerId="ADAL" clId="{C9E11E5D-1418-594E-B903-4DCDF68AFAA3}" dt="2024-12-12T11:05:56.342" v="1243"/>
          <ac:spMkLst>
            <pc:docMk/>
            <pc:sldMk cId="464948906" sldId="296"/>
            <ac:spMk id="69" creationId="{6E5B5536-E1E9-2949-7DF9-42CA6FE3DADC}"/>
          </ac:spMkLst>
        </pc:spChg>
        <pc:spChg chg="mod">
          <ac:chgData name="Jun Hong" userId="fae4f9bd-26d5-4760-9ac2-6f75f350beba" providerId="ADAL" clId="{C9E11E5D-1418-594E-B903-4DCDF68AFAA3}" dt="2024-12-12T11:05:56.342" v="1243"/>
          <ac:spMkLst>
            <pc:docMk/>
            <pc:sldMk cId="464948906" sldId="296"/>
            <ac:spMk id="70" creationId="{660A9A8C-B4C0-6EFC-14B0-68151E19050F}"/>
          </ac:spMkLst>
        </pc:spChg>
        <pc:spChg chg="add mod">
          <ac:chgData name="Jun Hong" userId="fae4f9bd-26d5-4760-9ac2-6f75f350beba" providerId="ADAL" clId="{C9E11E5D-1418-594E-B903-4DCDF68AFAA3}" dt="2024-12-12T11:06:20.538" v="1244" actId="1076"/>
          <ac:spMkLst>
            <pc:docMk/>
            <pc:sldMk cId="464948906" sldId="296"/>
            <ac:spMk id="72" creationId="{EA0694FE-923C-B576-1D2B-94FBA600BA0A}"/>
          </ac:spMkLst>
        </pc:spChg>
        <pc:spChg chg="add mod">
          <ac:chgData name="Jun Hong" userId="fae4f9bd-26d5-4760-9ac2-6f75f350beba" providerId="ADAL" clId="{C9E11E5D-1418-594E-B903-4DCDF68AFAA3}" dt="2024-12-12T11:06:20.538" v="1244" actId="1076"/>
          <ac:spMkLst>
            <pc:docMk/>
            <pc:sldMk cId="464948906" sldId="296"/>
            <ac:spMk id="73" creationId="{F3CDF017-4299-6748-DAA9-0766CAE75190}"/>
          </ac:spMkLst>
        </pc:spChg>
        <pc:spChg chg="add mod">
          <ac:chgData name="Jun Hong" userId="fae4f9bd-26d5-4760-9ac2-6f75f350beba" providerId="ADAL" clId="{C9E11E5D-1418-594E-B903-4DCDF68AFAA3}" dt="2024-12-12T11:06:20.538" v="1244" actId="1076"/>
          <ac:spMkLst>
            <pc:docMk/>
            <pc:sldMk cId="464948906" sldId="296"/>
            <ac:spMk id="74" creationId="{29E8389D-0A4F-0F14-FC0B-B57A768A9E1A}"/>
          </ac:spMkLst>
        </pc:spChg>
        <pc:spChg chg="add mod">
          <ac:chgData name="Jun Hong" userId="fae4f9bd-26d5-4760-9ac2-6f75f350beba" providerId="ADAL" clId="{C9E11E5D-1418-594E-B903-4DCDF68AFAA3}" dt="2024-12-12T11:06:20.538" v="1244" actId="1076"/>
          <ac:spMkLst>
            <pc:docMk/>
            <pc:sldMk cId="464948906" sldId="296"/>
            <ac:spMk id="75" creationId="{A732E703-3F69-7C59-43D5-2823885E1346}"/>
          </ac:spMkLst>
        </pc:spChg>
        <pc:spChg chg="add mod">
          <ac:chgData name="Jun Hong" userId="fae4f9bd-26d5-4760-9ac2-6f75f350beba" providerId="ADAL" clId="{C9E11E5D-1418-594E-B903-4DCDF68AFAA3}" dt="2024-12-12T11:06:20.538" v="1244" actId="1076"/>
          <ac:spMkLst>
            <pc:docMk/>
            <pc:sldMk cId="464948906" sldId="296"/>
            <ac:spMk id="76" creationId="{FF37E7F0-873C-7E27-702E-8479717E7F07}"/>
          </ac:spMkLst>
        </pc:spChg>
        <pc:spChg chg="add mod">
          <ac:chgData name="Jun Hong" userId="fae4f9bd-26d5-4760-9ac2-6f75f350beba" providerId="ADAL" clId="{C9E11E5D-1418-594E-B903-4DCDF68AFAA3}" dt="2024-12-12T11:06:20.538" v="1244" actId="1076"/>
          <ac:spMkLst>
            <pc:docMk/>
            <pc:sldMk cId="464948906" sldId="296"/>
            <ac:spMk id="77" creationId="{EBB637C4-8DFE-75D6-8A0A-47B58B73687B}"/>
          </ac:spMkLst>
        </pc:spChg>
        <pc:spChg chg="add mod">
          <ac:chgData name="Jun Hong" userId="fae4f9bd-26d5-4760-9ac2-6f75f350beba" providerId="ADAL" clId="{C9E11E5D-1418-594E-B903-4DCDF68AFAA3}" dt="2024-12-12T11:06:20.538" v="1244" actId="1076"/>
          <ac:spMkLst>
            <pc:docMk/>
            <pc:sldMk cId="464948906" sldId="296"/>
            <ac:spMk id="78" creationId="{E0DE38F0-BAE7-D97F-9332-E3B6EB2C06CF}"/>
          </ac:spMkLst>
        </pc:spChg>
        <pc:spChg chg="add mod">
          <ac:chgData name="Jun Hong" userId="fae4f9bd-26d5-4760-9ac2-6f75f350beba" providerId="ADAL" clId="{C9E11E5D-1418-594E-B903-4DCDF68AFAA3}" dt="2024-12-12T11:06:20.538" v="1244" actId="1076"/>
          <ac:spMkLst>
            <pc:docMk/>
            <pc:sldMk cId="464948906" sldId="296"/>
            <ac:spMk id="79" creationId="{7827A3F1-DB74-AB5D-ECA0-4040D7859544}"/>
          </ac:spMkLst>
        </pc:spChg>
        <pc:spChg chg="add mod">
          <ac:chgData name="Jun Hong" userId="fae4f9bd-26d5-4760-9ac2-6f75f350beba" providerId="ADAL" clId="{C9E11E5D-1418-594E-B903-4DCDF68AFAA3}" dt="2024-12-12T11:06:20.538" v="1244" actId="1076"/>
          <ac:spMkLst>
            <pc:docMk/>
            <pc:sldMk cId="464948906" sldId="296"/>
            <ac:spMk id="83" creationId="{19C77DCC-27B7-3441-400B-576E4D5D2287}"/>
          </ac:spMkLst>
        </pc:spChg>
        <pc:spChg chg="add mod">
          <ac:chgData name="Jun Hong" userId="fae4f9bd-26d5-4760-9ac2-6f75f350beba" providerId="ADAL" clId="{C9E11E5D-1418-594E-B903-4DCDF68AFAA3}" dt="2024-12-12T11:06:20.538" v="1244" actId="1076"/>
          <ac:spMkLst>
            <pc:docMk/>
            <pc:sldMk cId="464948906" sldId="296"/>
            <ac:spMk id="85" creationId="{5BD25D2D-40F7-4BD2-25E1-EC7927742072}"/>
          </ac:spMkLst>
        </pc:spChg>
        <pc:spChg chg="add mod">
          <ac:chgData name="Jun Hong" userId="fae4f9bd-26d5-4760-9ac2-6f75f350beba" providerId="ADAL" clId="{C9E11E5D-1418-594E-B903-4DCDF68AFAA3}" dt="2024-12-12T11:06:20.538" v="1244" actId="1076"/>
          <ac:spMkLst>
            <pc:docMk/>
            <pc:sldMk cId="464948906" sldId="296"/>
            <ac:spMk id="86" creationId="{59362E5D-7C97-269F-ED39-3EE851035055}"/>
          </ac:spMkLst>
        </pc:spChg>
        <pc:grpChg chg="add mod">
          <ac:chgData name="Jun Hong" userId="fae4f9bd-26d5-4760-9ac2-6f75f350beba" providerId="ADAL" clId="{C9E11E5D-1418-594E-B903-4DCDF68AFAA3}" dt="2024-12-12T11:06:20.538" v="1244" actId="1076"/>
          <ac:grpSpMkLst>
            <pc:docMk/>
            <pc:sldMk cId="464948906" sldId="296"/>
            <ac:grpSpMk id="43" creationId="{C2502103-B7D4-5E59-6970-B230162BE984}"/>
          </ac:grpSpMkLst>
        </pc:grpChg>
        <pc:grpChg chg="add mod">
          <ac:chgData name="Jun Hong" userId="fae4f9bd-26d5-4760-9ac2-6f75f350beba" providerId="ADAL" clId="{C9E11E5D-1418-594E-B903-4DCDF68AFAA3}" dt="2024-12-12T11:06:20.538" v="1244" actId="1076"/>
          <ac:grpSpMkLst>
            <pc:docMk/>
            <pc:sldMk cId="464948906" sldId="296"/>
            <ac:grpSpMk id="63" creationId="{29F0CA30-B132-A3AB-A37E-8337C17175AA}"/>
          </ac:grpSpMkLst>
        </pc:grpChg>
        <pc:grpChg chg="add mod">
          <ac:chgData name="Jun Hong" userId="fae4f9bd-26d5-4760-9ac2-6f75f350beba" providerId="ADAL" clId="{C9E11E5D-1418-594E-B903-4DCDF68AFAA3}" dt="2024-12-12T11:06:20.538" v="1244" actId="1076"/>
          <ac:grpSpMkLst>
            <pc:docMk/>
            <pc:sldMk cId="464948906" sldId="296"/>
            <ac:grpSpMk id="67" creationId="{1E450B54-08CD-F126-E978-5C35C4476DFF}"/>
          </ac:grpSpMkLst>
        </pc:grpChg>
        <pc:picChg chg="mod">
          <ac:chgData name="Jun Hong" userId="fae4f9bd-26d5-4760-9ac2-6f75f350beba" providerId="ADAL" clId="{C9E11E5D-1418-594E-B903-4DCDF68AFAA3}" dt="2024-12-12T11:05:56.342" v="1243"/>
          <ac:picMkLst>
            <pc:docMk/>
            <pc:sldMk cId="464948906" sldId="296"/>
            <ac:picMk id="71" creationId="{96EB1C1C-9D00-C6D0-B143-E91EA6FAA3EB}"/>
          </ac:picMkLst>
        </pc:picChg>
        <pc:picChg chg="add mod">
          <ac:chgData name="Jun Hong" userId="fae4f9bd-26d5-4760-9ac2-6f75f350beba" providerId="ADAL" clId="{C9E11E5D-1418-594E-B903-4DCDF68AFAA3}" dt="2024-12-12T11:06:20.538" v="1244" actId="1076"/>
          <ac:picMkLst>
            <pc:docMk/>
            <pc:sldMk cId="464948906" sldId="296"/>
            <ac:picMk id="84" creationId="{98D67329-8B1E-AA9B-0426-D43193D7B6EF}"/>
          </ac:picMkLst>
        </pc:picChg>
        <pc:inkChg chg="add mod">
          <ac:chgData name="Jun Hong" userId="fae4f9bd-26d5-4760-9ac2-6f75f350beba" providerId="ADAL" clId="{C9E11E5D-1418-594E-B903-4DCDF68AFAA3}" dt="2024-12-12T11:06:20.538" v="1244" actId="1076"/>
          <ac:inkMkLst>
            <pc:docMk/>
            <pc:sldMk cId="464948906" sldId="296"/>
            <ac:inkMk id="80" creationId="{C1D5CDF6-E476-50A1-D1D5-124FCE92F11D}"/>
          </ac:inkMkLst>
        </pc:inkChg>
        <pc:inkChg chg="add mod">
          <ac:chgData name="Jun Hong" userId="fae4f9bd-26d5-4760-9ac2-6f75f350beba" providerId="ADAL" clId="{C9E11E5D-1418-594E-B903-4DCDF68AFAA3}" dt="2024-12-12T11:06:20.538" v="1244" actId="1076"/>
          <ac:inkMkLst>
            <pc:docMk/>
            <pc:sldMk cId="464948906" sldId="296"/>
            <ac:inkMk id="81" creationId="{1B9E57BC-21C6-8B3E-FEA1-08909CF8CF31}"/>
          </ac:inkMkLst>
        </pc:inkChg>
        <pc:inkChg chg="add mod">
          <ac:chgData name="Jun Hong" userId="fae4f9bd-26d5-4760-9ac2-6f75f350beba" providerId="ADAL" clId="{C9E11E5D-1418-594E-B903-4DCDF68AFAA3}" dt="2024-12-12T11:06:20.538" v="1244" actId="1076"/>
          <ac:inkMkLst>
            <pc:docMk/>
            <pc:sldMk cId="464948906" sldId="296"/>
            <ac:inkMk id="82" creationId="{3D2B1F3F-BA21-C427-0BE4-CA32432984F8}"/>
          </ac:inkMkLst>
        </pc:inkChg>
      </pc:sldChg>
      <pc:sldChg chg="addSp delSp modSp add del mod">
        <pc:chgData name="Jun Hong" userId="fae4f9bd-26d5-4760-9ac2-6f75f350beba" providerId="ADAL" clId="{C9E11E5D-1418-594E-B903-4DCDF68AFAA3}" dt="2024-12-12T11:05:19.958" v="1235" actId="2890"/>
        <pc:sldMkLst>
          <pc:docMk/>
          <pc:sldMk cId="2884055002" sldId="296"/>
        </pc:sldMkLst>
      </pc:sldChg>
      <pc:sldChg chg="addSp delSp modSp add mod ord">
        <pc:chgData name="Jun Hong" userId="fae4f9bd-26d5-4760-9ac2-6f75f350beba" providerId="ADAL" clId="{C9E11E5D-1418-594E-B903-4DCDF68AFAA3}" dt="2024-12-12T11:27:13.247" v="1372" actId="20577"/>
        <pc:sldMkLst>
          <pc:docMk/>
          <pc:sldMk cId="1868393666" sldId="297"/>
        </pc:sldMkLst>
        <pc:spChg chg="mod">
          <ac:chgData name="Jun Hong" userId="fae4f9bd-26d5-4760-9ac2-6f75f350beba" providerId="ADAL" clId="{C9E11E5D-1418-594E-B903-4DCDF68AFAA3}" dt="2024-12-12T11:27:13.247" v="1372" actId="20577"/>
          <ac:spMkLst>
            <pc:docMk/>
            <pc:sldMk cId="1868393666" sldId="297"/>
            <ac:spMk id="2" creationId="{35E4B036-D16E-CEEF-3A2D-E427645A5010}"/>
          </ac:spMkLst>
        </pc:spChg>
        <pc:spChg chg="mod">
          <ac:chgData name="Jun Hong" userId="fae4f9bd-26d5-4760-9ac2-6f75f350beba" providerId="ADAL" clId="{C9E11E5D-1418-594E-B903-4DCDF68AFAA3}" dt="2024-12-12T11:10:51.556" v="1250"/>
          <ac:spMkLst>
            <pc:docMk/>
            <pc:sldMk cId="1868393666" sldId="297"/>
            <ac:spMk id="44" creationId="{DA9FC69D-9B12-0E5B-0593-61BAC5E675BC}"/>
          </ac:spMkLst>
        </pc:spChg>
        <pc:spChg chg="mod">
          <ac:chgData name="Jun Hong" userId="fae4f9bd-26d5-4760-9ac2-6f75f350beba" providerId="ADAL" clId="{C9E11E5D-1418-594E-B903-4DCDF68AFAA3}" dt="2024-12-12T11:10:51.556" v="1250"/>
          <ac:spMkLst>
            <pc:docMk/>
            <pc:sldMk cId="1868393666" sldId="297"/>
            <ac:spMk id="45" creationId="{34A34723-723D-5903-6D36-32F0FBDECFF6}"/>
          </ac:spMkLst>
        </pc:spChg>
        <pc:spChg chg="mod">
          <ac:chgData name="Jun Hong" userId="fae4f9bd-26d5-4760-9ac2-6f75f350beba" providerId="ADAL" clId="{C9E11E5D-1418-594E-B903-4DCDF68AFAA3}" dt="2024-12-12T11:10:51.556" v="1250"/>
          <ac:spMkLst>
            <pc:docMk/>
            <pc:sldMk cId="1868393666" sldId="297"/>
            <ac:spMk id="46" creationId="{FDD99A14-9FDD-9054-3E78-06848EBB9A52}"/>
          </ac:spMkLst>
        </pc:spChg>
        <pc:spChg chg="mod">
          <ac:chgData name="Jun Hong" userId="fae4f9bd-26d5-4760-9ac2-6f75f350beba" providerId="ADAL" clId="{C9E11E5D-1418-594E-B903-4DCDF68AFAA3}" dt="2024-12-12T11:10:51.556" v="1250"/>
          <ac:spMkLst>
            <pc:docMk/>
            <pc:sldMk cId="1868393666" sldId="297"/>
            <ac:spMk id="47" creationId="{24DE8EEE-9EEA-E79F-FEE3-22001F09F73B}"/>
          </ac:spMkLst>
        </pc:spChg>
        <pc:spChg chg="mod">
          <ac:chgData name="Jun Hong" userId="fae4f9bd-26d5-4760-9ac2-6f75f350beba" providerId="ADAL" clId="{C9E11E5D-1418-594E-B903-4DCDF68AFAA3}" dt="2024-12-12T11:10:51.556" v="1250"/>
          <ac:spMkLst>
            <pc:docMk/>
            <pc:sldMk cId="1868393666" sldId="297"/>
            <ac:spMk id="48" creationId="{FD081A89-7C6E-0479-B686-E5DECCE07143}"/>
          </ac:spMkLst>
        </pc:spChg>
        <pc:spChg chg="mod">
          <ac:chgData name="Jun Hong" userId="fae4f9bd-26d5-4760-9ac2-6f75f350beba" providerId="ADAL" clId="{C9E11E5D-1418-594E-B903-4DCDF68AFAA3}" dt="2024-12-12T11:10:51.556" v="1250"/>
          <ac:spMkLst>
            <pc:docMk/>
            <pc:sldMk cId="1868393666" sldId="297"/>
            <ac:spMk id="49" creationId="{6BF1F4E3-B36D-8151-50D1-4B59A273F347}"/>
          </ac:spMkLst>
        </pc:spChg>
        <pc:spChg chg="mod">
          <ac:chgData name="Jun Hong" userId="fae4f9bd-26d5-4760-9ac2-6f75f350beba" providerId="ADAL" clId="{C9E11E5D-1418-594E-B903-4DCDF68AFAA3}" dt="2024-12-12T11:10:51.556" v="1250"/>
          <ac:spMkLst>
            <pc:docMk/>
            <pc:sldMk cId="1868393666" sldId="297"/>
            <ac:spMk id="50" creationId="{D342FBBB-311C-DCD4-4D21-32D0280183DA}"/>
          </ac:spMkLst>
        </pc:spChg>
        <pc:spChg chg="mod">
          <ac:chgData name="Jun Hong" userId="fae4f9bd-26d5-4760-9ac2-6f75f350beba" providerId="ADAL" clId="{C9E11E5D-1418-594E-B903-4DCDF68AFAA3}" dt="2024-12-12T11:10:51.556" v="1250"/>
          <ac:spMkLst>
            <pc:docMk/>
            <pc:sldMk cId="1868393666" sldId="297"/>
            <ac:spMk id="51" creationId="{FE4A4B9F-6C2C-FD2C-91D0-380B08483000}"/>
          </ac:spMkLst>
        </pc:spChg>
        <pc:spChg chg="mod">
          <ac:chgData name="Jun Hong" userId="fae4f9bd-26d5-4760-9ac2-6f75f350beba" providerId="ADAL" clId="{C9E11E5D-1418-594E-B903-4DCDF68AFAA3}" dt="2024-12-12T11:10:51.556" v="1250"/>
          <ac:spMkLst>
            <pc:docMk/>
            <pc:sldMk cId="1868393666" sldId="297"/>
            <ac:spMk id="52" creationId="{B069F049-522B-333C-CC49-61CF29C55232}"/>
          </ac:spMkLst>
        </pc:spChg>
        <pc:spChg chg="mod">
          <ac:chgData name="Jun Hong" userId="fae4f9bd-26d5-4760-9ac2-6f75f350beba" providerId="ADAL" clId="{C9E11E5D-1418-594E-B903-4DCDF68AFAA3}" dt="2024-12-12T11:10:51.556" v="1250"/>
          <ac:spMkLst>
            <pc:docMk/>
            <pc:sldMk cId="1868393666" sldId="297"/>
            <ac:spMk id="53" creationId="{C68BBA4A-98E5-9820-A1DE-FD4A013A653D}"/>
          </ac:spMkLst>
        </pc:spChg>
        <pc:spChg chg="add mod">
          <ac:chgData name="Jun Hong" userId="fae4f9bd-26d5-4760-9ac2-6f75f350beba" providerId="ADAL" clId="{C9E11E5D-1418-594E-B903-4DCDF68AFAA3}" dt="2024-12-12T11:13:41.129" v="1260" actId="1076"/>
          <ac:spMkLst>
            <pc:docMk/>
            <pc:sldMk cId="1868393666" sldId="297"/>
            <ac:spMk id="54" creationId="{225A075B-DC42-A44F-3A5E-E7BEF117BEA3}"/>
          </ac:spMkLst>
        </pc:spChg>
        <pc:spChg chg="add mod">
          <ac:chgData name="Jun Hong" userId="fae4f9bd-26d5-4760-9ac2-6f75f350beba" providerId="ADAL" clId="{C9E11E5D-1418-594E-B903-4DCDF68AFAA3}" dt="2024-12-12T11:13:41.129" v="1260" actId="1076"/>
          <ac:spMkLst>
            <pc:docMk/>
            <pc:sldMk cId="1868393666" sldId="297"/>
            <ac:spMk id="55" creationId="{F2179F78-2A8F-D2FB-6427-4475E62E72CB}"/>
          </ac:spMkLst>
        </pc:spChg>
        <pc:spChg chg="add mod">
          <ac:chgData name="Jun Hong" userId="fae4f9bd-26d5-4760-9ac2-6f75f350beba" providerId="ADAL" clId="{C9E11E5D-1418-594E-B903-4DCDF68AFAA3}" dt="2024-12-12T11:13:41.129" v="1260" actId="1076"/>
          <ac:spMkLst>
            <pc:docMk/>
            <pc:sldMk cId="1868393666" sldId="297"/>
            <ac:spMk id="56" creationId="{A7C103A5-E332-0AAB-6A62-E33F968094C2}"/>
          </ac:spMkLst>
        </pc:spChg>
        <pc:spChg chg="add mod">
          <ac:chgData name="Jun Hong" userId="fae4f9bd-26d5-4760-9ac2-6f75f350beba" providerId="ADAL" clId="{C9E11E5D-1418-594E-B903-4DCDF68AFAA3}" dt="2024-12-12T11:13:41.129" v="1260" actId="1076"/>
          <ac:spMkLst>
            <pc:docMk/>
            <pc:sldMk cId="1868393666" sldId="297"/>
            <ac:spMk id="57" creationId="{2C94F09E-8F6C-04E8-E076-0478CA5DDD40}"/>
          </ac:spMkLst>
        </pc:spChg>
        <pc:spChg chg="add mod">
          <ac:chgData name="Jun Hong" userId="fae4f9bd-26d5-4760-9ac2-6f75f350beba" providerId="ADAL" clId="{C9E11E5D-1418-594E-B903-4DCDF68AFAA3}" dt="2024-12-12T11:13:41.129" v="1260" actId="1076"/>
          <ac:spMkLst>
            <pc:docMk/>
            <pc:sldMk cId="1868393666" sldId="297"/>
            <ac:spMk id="58" creationId="{F51A4D29-3157-61D8-4E34-D263FBE49603}"/>
          </ac:spMkLst>
        </pc:spChg>
        <pc:spChg chg="add mod">
          <ac:chgData name="Jun Hong" userId="fae4f9bd-26d5-4760-9ac2-6f75f350beba" providerId="ADAL" clId="{C9E11E5D-1418-594E-B903-4DCDF68AFAA3}" dt="2024-12-12T11:13:41.129" v="1260" actId="1076"/>
          <ac:spMkLst>
            <pc:docMk/>
            <pc:sldMk cId="1868393666" sldId="297"/>
            <ac:spMk id="59" creationId="{6B7223D3-1F58-1232-54CE-4D3C76CD242E}"/>
          </ac:spMkLst>
        </pc:spChg>
        <pc:spChg chg="add mod">
          <ac:chgData name="Jun Hong" userId="fae4f9bd-26d5-4760-9ac2-6f75f350beba" providerId="ADAL" clId="{C9E11E5D-1418-594E-B903-4DCDF68AFAA3}" dt="2024-12-12T11:13:41.129" v="1260" actId="1076"/>
          <ac:spMkLst>
            <pc:docMk/>
            <pc:sldMk cId="1868393666" sldId="297"/>
            <ac:spMk id="60" creationId="{1BB9B630-B89A-EAA8-5ECA-137C63EE5941}"/>
          </ac:spMkLst>
        </pc:spChg>
        <pc:spChg chg="add mod">
          <ac:chgData name="Jun Hong" userId="fae4f9bd-26d5-4760-9ac2-6f75f350beba" providerId="ADAL" clId="{C9E11E5D-1418-594E-B903-4DCDF68AFAA3}" dt="2024-12-12T11:13:41.129" v="1260" actId="1076"/>
          <ac:spMkLst>
            <pc:docMk/>
            <pc:sldMk cId="1868393666" sldId="297"/>
            <ac:spMk id="61" creationId="{22C7AC7E-A682-304A-AF15-9F04D918651A}"/>
          </ac:spMkLst>
        </pc:spChg>
        <pc:spChg chg="add mod">
          <ac:chgData name="Jun Hong" userId="fae4f9bd-26d5-4760-9ac2-6f75f350beba" providerId="ADAL" clId="{C9E11E5D-1418-594E-B903-4DCDF68AFAA3}" dt="2024-12-12T11:13:41.129" v="1260" actId="1076"/>
          <ac:spMkLst>
            <pc:docMk/>
            <pc:sldMk cId="1868393666" sldId="297"/>
            <ac:spMk id="62" creationId="{AACC70FE-75EC-4EDF-3261-297AB11C4916}"/>
          </ac:spMkLst>
        </pc:spChg>
        <pc:spChg chg="mod">
          <ac:chgData name="Jun Hong" userId="fae4f9bd-26d5-4760-9ac2-6f75f350beba" providerId="ADAL" clId="{C9E11E5D-1418-594E-B903-4DCDF68AFAA3}" dt="2024-12-12T11:10:51.556" v="1250"/>
          <ac:spMkLst>
            <pc:docMk/>
            <pc:sldMk cId="1868393666" sldId="297"/>
            <ac:spMk id="64" creationId="{1C63CBAF-C6F7-96BD-766D-770EFE5A33A0}"/>
          </ac:spMkLst>
        </pc:spChg>
        <pc:spChg chg="mod">
          <ac:chgData name="Jun Hong" userId="fae4f9bd-26d5-4760-9ac2-6f75f350beba" providerId="ADAL" clId="{C9E11E5D-1418-594E-B903-4DCDF68AFAA3}" dt="2024-12-12T11:10:51.556" v="1250"/>
          <ac:spMkLst>
            <pc:docMk/>
            <pc:sldMk cId="1868393666" sldId="297"/>
            <ac:spMk id="65" creationId="{9950002D-CACC-DE52-A5EE-E55A5D52D2F7}"/>
          </ac:spMkLst>
        </pc:spChg>
        <pc:spChg chg="add mod">
          <ac:chgData name="Jun Hong" userId="fae4f9bd-26d5-4760-9ac2-6f75f350beba" providerId="ADAL" clId="{C9E11E5D-1418-594E-B903-4DCDF68AFAA3}" dt="2024-12-12T11:13:41.129" v="1260" actId="1076"/>
          <ac:spMkLst>
            <pc:docMk/>
            <pc:sldMk cId="1868393666" sldId="297"/>
            <ac:spMk id="66" creationId="{3CE5220A-C37F-D853-CBB9-83D2485314AD}"/>
          </ac:spMkLst>
        </pc:spChg>
        <pc:spChg chg="mod">
          <ac:chgData name="Jun Hong" userId="fae4f9bd-26d5-4760-9ac2-6f75f350beba" providerId="ADAL" clId="{C9E11E5D-1418-594E-B903-4DCDF68AFAA3}" dt="2024-12-12T11:10:51.556" v="1250"/>
          <ac:spMkLst>
            <pc:docMk/>
            <pc:sldMk cId="1868393666" sldId="297"/>
            <ac:spMk id="68" creationId="{2716AD41-D668-31BA-68A1-CF51CB59FBF4}"/>
          </ac:spMkLst>
        </pc:spChg>
        <pc:spChg chg="mod">
          <ac:chgData name="Jun Hong" userId="fae4f9bd-26d5-4760-9ac2-6f75f350beba" providerId="ADAL" clId="{C9E11E5D-1418-594E-B903-4DCDF68AFAA3}" dt="2024-12-12T11:10:51.556" v="1250"/>
          <ac:spMkLst>
            <pc:docMk/>
            <pc:sldMk cId="1868393666" sldId="297"/>
            <ac:spMk id="69" creationId="{EE7402D5-C8CF-7B6E-1446-171E03D4DF83}"/>
          </ac:spMkLst>
        </pc:spChg>
        <pc:spChg chg="mod">
          <ac:chgData name="Jun Hong" userId="fae4f9bd-26d5-4760-9ac2-6f75f350beba" providerId="ADAL" clId="{C9E11E5D-1418-594E-B903-4DCDF68AFAA3}" dt="2024-12-12T11:10:51.556" v="1250"/>
          <ac:spMkLst>
            <pc:docMk/>
            <pc:sldMk cId="1868393666" sldId="297"/>
            <ac:spMk id="70" creationId="{43BF85AE-13F0-CFE4-09B1-7D845804F44C}"/>
          </ac:spMkLst>
        </pc:spChg>
        <pc:spChg chg="add mod">
          <ac:chgData name="Jun Hong" userId="fae4f9bd-26d5-4760-9ac2-6f75f350beba" providerId="ADAL" clId="{C9E11E5D-1418-594E-B903-4DCDF68AFAA3}" dt="2024-12-12T11:13:41.129" v="1260" actId="1076"/>
          <ac:spMkLst>
            <pc:docMk/>
            <pc:sldMk cId="1868393666" sldId="297"/>
            <ac:spMk id="72" creationId="{6F773BEA-1BF7-5BC2-D68A-E19B2742C95F}"/>
          </ac:spMkLst>
        </pc:spChg>
        <pc:spChg chg="add mod">
          <ac:chgData name="Jun Hong" userId="fae4f9bd-26d5-4760-9ac2-6f75f350beba" providerId="ADAL" clId="{C9E11E5D-1418-594E-B903-4DCDF68AFAA3}" dt="2024-12-12T11:13:41.129" v="1260" actId="1076"/>
          <ac:spMkLst>
            <pc:docMk/>
            <pc:sldMk cId="1868393666" sldId="297"/>
            <ac:spMk id="73" creationId="{B90B4D84-C0CB-F067-5FBB-C88CD37AE8CE}"/>
          </ac:spMkLst>
        </pc:spChg>
        <pc:spChg chg="add mod">
          <ac:chgData name="Jun Hong" userId="fae4f9bd-26d5-4760-9ac2-6f75f350beba" providerId="ADAL" clId="{C9E11E5D-1418-594E-B903-4DCDF68AFAA3}" dt="2024-12-12T11:13:41.129" v="1260" actId="1076"/>
          <ac:spMkLst>
            <pc:docMk/>
            <pc:sldMk cId="1868393666" sldId="297"/>
            <ac:spMk id="74" creationId="{7553F7A8-5BA5-62D3-0610-0D518C308FCD}"/>
          </ac:spMkLst>
        </pc:spChg>
        <pc:spChg chg="add mod">
          <ac:chgData name="Jun Hong" userId="fae4f9bd-26d5-4760-9ac2-6f75f350beba" providerId="ADAL" clId="{C9E11E5D-1418-594E-B903-4DCDF68AFAA3}" dt="2024-12-12T11:13:41.129" v="1260" actId="1076"/>
          <ac:spMkLst>
            <pc:docMk/>
            <pc:sldMk cId="1868393666" sldId="297"/>
            <ac:spMk id="75" creationId="{83F5CB19-0FAD-9888-D9D5-7792FF5D84C7}"/>
          </ac:spMkLst>
        </pc:spChg>
        <pc:spChg chg="add mod">
          <ac:chgData name="Jun Hong" userId="fae4f9bd-26d5-4760-9ac2-6f75f350beba" providerId="ADAL" clId="{C9E11E5D-1418-594E-B903-4DCDF68AFAA3}" dt="2024-12-12T11:13:41.129" v="1260" actId="1076"/>
          <ac:spMkLst>
            <pc:docMk/>
            <pc:sldMk cId="1868393666" sldId="297"/>
            <ac:spMk id="76" creationId="{249D77BD-4FF5-7124-6A00-50D0770F0193}"/>
          </ac:spMkLst>
        </pc:spChg>
        <pc:spChg chg="add mod">
          <ac:chgData name="Jun Hong" userId="fae4f9bd-26d5-4760-9ac2-6f75f350beba" providerId="ADAL" clId="{C9E11E5D-1418-594E-B903-4DCDF68AFAA3}" dt="2024-12-12T11:13:41.129" v="1260" actId="1076"/>
          <ac:spMkLst>
            <pc:docMk/>
            <pc:sldMk cId="1868393666" sldId="297"/>
            <ac:spMk id="77" creationId="{302771AC-C6C7-3E4B-84DC-2770FFA9807C}"/>
          </ac:spMkLst>
        </pc:spChg>
        <pc:spChg chg="add mod">
          <ac:chgData name="Jun Hong" userId="fae4f9bd-26d5-4760-9ac2-6f75f350beba" providerId="ADAL" clId="{C9E11E5D-1418-594E-B903-4DCDF68AFAA3}" dt="2024-12-12T11:13:41.129" v="1260" actId="1076"/>
          <ac:spMkLst>
            <pc:docMk/>
            <pc:sldMk cId="1868393666" sldId="297"/>
            <ac:spMk id="78" creationId="{0EBC6E68-706C-8E12-AA9C-3DEEFF1A3D17}"/>
          </ac:spMkLst>
        </pc:spChg>
        <pc:spChg chg="add mod">
          <ac:chgData name="Jun Hong" userId="fae4f9bd-26d5-4760-9ac2-6f75f350beba" providerId="ADAL" clId="{C9E11E5D-1418-594E-B903-4DCDF68AFAA3}" dt="2024-12-12T11:13:41.129" v="1260" actId="1076"/>
          <ac:spMkLst>
            <pc:docMk/>
            <pc:sldMk cId="1868393666" sldId="297"/>
            <ac:spMk id="79" creationId="{4037C2FF-B34F-95BC-7E75-67CAF5060938}"/>
          </ac:spMkLst>
        </pc:spChg>
        <pc:spChg chg="mod">
          <ac:chgData name="Jun Hong" userId="fae4f9bd-26d5-4760-9ac2-6f75f350beba" providerId="ADAL" clId="{C9E11E5D-1418-594E-B903-4DCDF68AFAA3}" dt="2024-12-12T11:12:56.570" v="1255"/>
          <ac:spMkLst>
            <pc:docMk/>
            <pc:sldMk cId="1868393666" sldId="297"/>
            <ac:spMk id="85" creationId="{113870A4-C86F-C962-96FC-4663C4E504D4}"/>
          </ac:spMkLst>
        </pc:spChg>
        <pc:spChg chg="mod">
          <ac:chgData name="Jun Hong" userId="fae4f9bd-26d5-4760-9ac2-6f75f350beba" providerId="ADAL" clId="{C9E11E5D-1418-594E-B903-4DCDF68AFAA3}" dt="2024-12-12T11:12:56.570" v="1255"/>
          <ac:spMkLst>
            <pc:docMk/>
            <pc:sldMk cId="1868393666" sldId="297"/>
            <ac:spMk id="86" creationId="{B6F71634-22B7-093D-711E-405356E13D9B}"/>
          </ac:spMkLst>
        </pc:spChg>
        <pc:spChg chg="mod">
          <ac:chgData name="Jun Hong" userId="fae4f9bd-26d5-4760-9ac2-6f75f350beba" providerId="ADAL" clId="{C9E11E5D-1418-594E-B903-4DCDF68AFAA3}" dt="2024-12-12T11:12:56.570" v="1255"/>
          <ac:spMkLst>
            <pc:docMk/>
            <pc:sldMk cId="1868393666" sldId="297"/>
            <ac:spMk id="87" creationId="{7110237E-AFE1-2252-E19F-9D7A62DA0056}"/>
          </ac:spMkLst>
        </pc:spChg>
        <pc:spChg chg="mod">
          <ac:chgData name="Jun Hong" userId="fae4f9bd-26d5-4760-9ac2-6f75f350beba" providerId="ADAL" clId="{C9E11E5D-1418-594E-B903-4DCDF68AFAA3}" dt="2024-12-12T11:12:56.570" v="1255"/>
          <ac:spMkLst>
            <pc:docMk/>
            <pc:sldMk cId="1868393666" sldId="297"/>
            <ac:spMk id="88" creationId="{24534A90-D7D1-C6BE-AEEB-4432141A6C2D}"/>
          </ac:spMkLst>
        </pc:spChg>
        <pc:spChg chg="mod">
          <ac:chgData name="Jun Hong" userId="fae4f9bd-26d5-4760-9ac2-6f75f350beba" providerId="ADAL" clId="{C9E11E5D-1418-594E-B903-4DCDF68AFAA3}" dt="2024-12-12T11:12:56.570" v="1255"/>
          <ac:spMkLst>
            <pc:docMk/>
            <pc:sldMk cId="1868393666" sldId="297"/>
            <ac:spMk id="89" creationId="{4E4CAB22-1052-AFA1-1F9A-07F22F17E957}"/>
          </ac:spMkLst>
        </pc:spChg>
        <pc:spChg chg="mod">
          <ac:chgData name="Jun Hong" userId="fae4f9bd-26d5-4760-9ac2-6f75f350beba" providerId="ADAL" clId="{C9E11E5D-1418-594E-B903-4DCDF68AFAA3}" dt="2024-12-12T11:12:56.570" v="1255"/>
          <ac:spMkLst>
            <pc:docMk/>
            <pc:sldMk cId="1868393666" sldId="297"/>
            <ac:spMk id="90" creationId="{0B9F24E3-F2F4-1281-2A61-60D35DA6A137}"/>
          </ac:spMkLst>
        </pc:spChg>
        <pc:spChg chg="mod">
          <ac:chgData name="Jun Hong" userId="fae4f9bd-26d5-4760-9ac2-6f75f350beba" providerId="ADAL" clId="{C9E11E5D-1418-594E-B903-4DCDF68AFAA3}" dt="2024-12-12T11:12:56.570" v="1255"/>
          <ac:spMkLst>
            <pc:docMk/>
            <pc:sldMk cId="1868393666" sldId="297"/>
            <ac:spMk id="91" creationId="{265CD931-5417-C90F-148D-C7583B093FD6}"/>
          </ac:spMkLst>
        </pc:spChg>
        <pc:spChg chg="mod">
          <ac:chgData name="Jun Hong" userId="fae4f9bd-26d5-4760-9ac2-6f75f350beba" providerId="ADAL" clId="{C9E11E5D-1418-594E-B903-4DCDF68AFAA3}" dt="2024-12-12T11:12:56.570" v="1255"/>
          <ac:spMkLst>
            <pc:docMk/>
            <pc:sldMk cId="1868393666" sldId="297"/>
            <ac:spMk id="92" creationId="{409032DD-CB22-A554-157B-87F9DB8CC66E}"/>
          </ac:spMkLst>
        </pc:spChg>
        <pc:spChg chg="mod">
          <ac:chgData name="Jun Hong" userId="fae4f9bd-26d5-4760-9ac2-6f75f350beba" providerId="ADAL" clId="{C9E11E5D-1418-594E-B903-4DCDF68AFAA3}" dt="2024-12-12T11:12:56.570" v="1255"/>
          <ac:spMkLst>
            <pc:docMk/>
            <pc:sldMk cId="1868393666" sldId="297"/>
            <ac:spMk id="93" creationId="{0A370E0B-9D14-2910-1C29-FF8B88968A62}"/>
          </ac:spMkLst>
        </pc:spChg>
        <pc:spChg chg="mod">
          <ac:chgData name="Jun Hong" userId="fae4f9bd-26d5-4760-9ac2-6f75f350beba" providerId="ADAL" clId="{C9E11E5D-1418-594E-B903-4DCDF68AFAA3}" dt="2024-12-12T11:12:56.570" v="1255"/>
          <ac:spMkLst>
            <pc:docMk/>
            <pc:sldMk cId="1868393666" sldId="297"/>
            <ac:spMk id="94" creationId="{151603F3-2DB5-CCB3-3C88-7E995A3A2352}"/>
          </ac:spMkLst>
        </pc:spChg>
        <pc:spChg chg="add mod">
          <ac:chgData name="Jun Hong" userId="fae4f9bd-26d5-4760-9ac2-6f75f350beba" providerId="ADAL" clId="{C9E11E5D-1418-594E-B903-4DCDF68AFAA3}" dt="2024-12-12T11:13:22.614" v="1259" actId="1076"/>
          <ac:spMkLst>
            <pc:docMk/>
            <pc:sldMk cId="1868393666" sldId="297"/>
            <ac:spMk id="95" creationId="{A9CE6942-A6D7-0BD0-B5B2-37B9ACE9640C}"/>
          </ac:spMkLst>
        </pc:spChg>
        <pc:spChg chg="add mod">
          <ac:chgData name="Jun Hong" userId="fae4f9bd-26d5-4760-9ac2-6f75f350beba" providerId="ADAL" clId="{C9E11E5D-1418-594E-B903-4DCDF68AFAA3}" dt="2024-12-12T11:13:22.614" v="1259" actId="1076"/>
          <ac:spMkLst>
            <pc:docMk/>
            <pc:sldMk cId="1868393666" sldId="297"/>
            <ac:spMk id="96" creationId="{232C604F-DF70-FFD1-08CE-3A53E146703E}"/>
          </ac:spMkLst>
        </pc:spChg>
        <pc:spChg chg="add mod">
          <ac:chgData name="Jun Hong" userId="fae4f9bd-26d5-4760-9ac2-6f75f350beba" providerId="ADAL" clId="{C9E11E5D-1418-594E-B903-4DCDF68AFAA3}" dt="2024-12-12T11:13:22.614" v="1259" actId="1076"/>
          <ac:spMkLst>
            <pc:docMk/>
            <pc:sldMk cId="1868393666" sldId="297"/>
            <ac:spMk id="97" creationId="{BA4630E5-EC10-0BDC-D370-21B1F8EBD2CC}"/>
          </ac:spMkLst>
        </pc:spChg>
        <pc:spChg chg="add mod">
          <ac:chgData name="Jun Hong" userId="fae4f9bd-26d5-4760-9ac2-6f75f350beba" providerId="ADAL" clId="{C9E11E5D-1418-594E-B903-4DCDF68AFAA3}" dt="2024-12-12T11:13:22.614" v="1259" actId="1076"/>
          <ac:spMkLst>
            <pc:docMk/>
            <pc:sldMk cId="1868393666" sldId="297"/>
            <ac:spMk id="98" creationId="{DC788333-0B8C-577C-CA15-CD62DBD14E9C}"/>
          </ac:spMkLst>
        </pc:spChg>
        <pc:spChg chg="add mod">
          <ac:chgData name="Jun Hong" userId="fae4f9bd-26d5-4760-9ac2-6f75f350beba" providerId="ADAL" clId="{C9E11E5D-1418-594E-B903-4DCDF68AFAA3}" dt="2024-12-12T11:13:22.614" v="1259" actId="1076"/>
          <ac:spMkLst>
            <pc:docMk/>
            <pc:sldMk cId="1868393666" sldId="297"/>
            <ac:spMk id="99" creationId="{5B3662B4-8DE1-5DBF-E578-E1DD355DB445}"/>
          </ac:spMkLst>
        </pc:spChg>
        <pc:spChg chg="add mod">
          <ac:chgData name="Jun Hong" userId="fae4f9bd-26d5-4760-9ac2-6f75f350beba" providerId="ADAL" clId="{C9E11E5D-1418-594E-B903-4DCDF68AFAA3}" dt="2024-12-12T11:13:22.614" v="1259" actId="1076"/>
          <ac:spMkLst>
            <pc:docMk/>
            <pc:sldMk cId="1868393666" sldId="297"/>
            <ac:spMk id="100" creationId="{A2D909DC-2B61-7EA2-702B-3BB7B9A350DB}"/>
          </ac:spMkLst>
        </pc:spChg>
        <pc:spChg chg="add mod">
          <ac:chgData name="Jun Hong" userId="fae4f9bd-26d5-4760-9ac2-6f75f350beba" providerId="ADAL" clId="{C9E11E5D-1418-594E-B903-4DCDF68AFAA3}" dt="2024-12-12T11:13:22.614" v="1259" actId="1076"/>
          <ac:spMkLst>
            <pc:docMk/>
            <pc:sldMk cId="1868393666" sldId="297"/>
            <ac:spMk id="101" creationId="{E580B524-A4BA-36ED-DD7F-9677A87B5CFE}"/>
          </ac:spMkLst>
        </pc:spChg>
        <pc:spChg chg="add mod">
          <ac:chgData name="Jun Hong" userId="fae4f9bd-26d5-4760-9ac2-6f75f350beba" providerId="ADAL" clId="{C9E11E5D-1418-594E-B903-4DCDF68AFAA3}" dt="2024-12-12T11:13:22.614" v="1259" actId="1076"/>
          <ac:spMkLst>
            <pc:docMk/>
            <pc:sldMk cId="1868393666" sldId="297"/>
            <ac:spMk id="102" creationId="{F183617D-65FE-2905-9A66-826BBB22CDAA}"/>
          </ac:spMkLst>
        </pc:spChg>
        <pc:spChg chg="add mod">
          <ac:chgData name="Jun Hong" userId="fae4f9bd-26d5-4760-9ac2-6f75f350beba" providerId="ADAL" clId="{C9E11E5D-1418-594E-B903-4DCDF68AFAA3}" dt="2024-12-12T11:13:22.614" v="1259" actId="1076"/>
          <ac:spMkLst>
            <pc:docMk/>
            <pc:sldMk cId="1868393666" sldId="297"/>
            <ac:spMk id="103" creationId="{45529A9E-1908-67A0-7DF0-8E738B19F845}"/>
          </ac:spMkLst>
        </pc:spChg>
        <pc:spChg chg="mod">
          <ac:chgData name="Jun Hong" userId="fae4f9bd-26d5-4760-9ac2-6f75f350beba" providerId="ADAL" clId="{C9E11E5D-1418-594E-B903-4DCDF68AFAA3}" dt="2024-12-12T11:12:56.570" v="1255"/>
          <ac:spMkLst>
            <pc:docMk/>
            <pc:sldMk cId="1868393666" sldId="297"/>
            <ac:spMk id="105" creationId="{EA2A82BE-4719-644C-0625-ED7E7671429E}"/>
          </ac:spMkLst>
        </pc:spChg>
        <pc:spChg chg="mod">
          <ac:chgData name="Jun Hong" userId="fae4f9bd-26d5-4760-9ac2-6f75f350beba" providerId="ADAL" clId="{C9E11E5D-1418-594E-B903-4DCDF68AFAA3}" dt="2024-12-12T11:12:56.570" v="1255"/>
          <ac:spMkLst>
            <pc:docMk/>
            <pc:sldMk cId="1868393666" sldId="297"/>
            <ac:spMk id="106" creationId="{E02AD3D1-DA87-489C-8B7B-AF6C0D9AAC41}"/>
          </ac:spMkLst>
        </pc:spChg>
        <pc:spChg chg="add mod">
          <ac:chgData name="Jun Hong" userId="fae4f9bd-26d5-4760-9ac2-6f75f350beba" providerId="ADAL" clId="{C9E11E5D-1418-594E-B903-4DCDF68AFAA3}" dt="2024-12-12T11:13:22.614" v="1259" actId="1076"/>
          <ac:spMkLst>
            <pc:docMk/>
            <pc:sldMk cId="1868393666" sldId="297"/>
            <ac:spMk id="107" creationId="{70B2540B-C995-A489-775C-C2FCE4542C6E}"/>
          </ac:spMkLst>
        </pc:spChg>
        <pc:spChg chg="mod">
          <ac:chgData name="Jun Hong" userId="fae4f9bd-26d5-4760-9ac2-6f75f350beba" providerId="ADAL" clId="{C9E11E5D-1418-594E-B903-4DCDF68AFAA3}" dt="2024-12-12T11:12:56.570" v="1255"/>
          <ac:spMkLst>
            <pc:docMk/>
            <pc:sldMk cId="1868393666" sldId="297"/>
            <ac:spMk id="109" creationId="{09F89CC6-139E-DB05-4733-3D101F98260F}"/>
          </ac:spMkLst>
        </pc:spChg>
        <pc:spChg chg="mod">
          <ac:chgData name="Jun Hong" userId="fae4f9bd-26d5-4760-9ac2-6f75f350beba" providerId="ADAL" clId="{C9E11E5D-1418-594E-B903-4DCDF68AFAA3}" dt="2024-12-12T11:12:56.570" v="1255"/>
          <ac:spMkLst>
            <pc:docMk/>
            <pc:sldMk cId="1868393666" sldId="297"/>
            <ac:spMk id="110" creationId="{41E9B1F1-8906-6D31-D2F3-46530A0E914B}"/>
          </ac:spMkLst>
        </pc:spChg>
        <pc:spChg chg="mod">
          <ac:chgData name="Jun Hong" userId="fae4f9bd-26d5-4760-9ac2-6f75f350beba" providerId="ADAL" clId="{C9E11E5D-1418-594E-B903-4DCDF68AFAA3}" dt="2024-12-12T11:12:56.570" v="1255"/>
          <ac:spMkLst>
            <pc:docMk/>
            <pc:sldMk cId="1868393666" sldId="297"/>
            <ac:spMk id="111" creationId="{91FEBDAB-BAC1-0842-2710-E3E497C07646}"/>
          </ac:spMkLst>
        </pc:spChg>
        <pc:spChg chg="add mod">
          <ac:chgData name="Jun Hong" userId="fae4f9bd-26d5-4760-9ac2-6f75f350beba" providerId="ADAL" clId="{C9E11E5D-1418-594E-B903-4DCDF68AFAA3}" dt="2024-12-12T11:13:22.614" v="1259" actId="1076"/>
          <ac:spMkLst>
            <pc:docMk/>
            <pc:sldMk cId="1868393666" sldId="297"/>
            <ac:spMk id="113" creationId="{808FE6EA-F800-7CF5-A33F-E656A957F9AD}"/>
          </ac:spMkLst>
        </pc:spChg>
        <pc:spChg chg="add mod">
          <ac:chgData name="Jun Hong" userId="fae4f9bd-26d5-4760-9ac2-6f75f350beba" providerId="ADAL" clId="{C9E11E5D-1418-594E-B903-4DCDF68AFAA3}" dt="2024-12-12T11:13:22.614" v="1259" actId="1076"/>
          <ac:spMkLst>
            <pc:docMk/>
            <pc:sldMk cId="1868393666" sldId="297"/>
            <ac:spMk id="114" creationId="{EDC9AD72-E5E8-67A8-16F1-7085B4E9F1E7}"/>
          </ac:spMkLst>
        </pc:spChg>
        <pc:spChg chg="add mod">
          <ac:chgData name="Jun Hong" userId="fae4f9bd-26d5-4760-9ac2-6f75f350beba" providerId="ADAL" clId="{C9E11E5D-1418-594E-B903-4DCDF68AFAA3}" dt="2024-12-12T11:13:22.614" v="1259" actId="1076"/>
          <ac:spMkLst>
            <pc:docMk/>
            <pc:sldMk cId="1868393666" sldId="297"/>
            <ac:spMk id="115" creationId="{E673D0B2-1A23-9507-1121-61FD56333784}"/>
          </ac:spMkLst>
        </pc:spChg>
        <pc:spChg chg="add mod">
          <ac:chgData name="Jun Hong" userId="fae4f9bd-26d5-4760-9ac2-6f75f350beba" providerId="ADAL" clId="{C9E11E5D-1418-594E-B903-4DCDF68AFAA3}" dt="2024-12-12T11:13:22.614" v="1259" actId="1076"/>
          <ac:spMkLst>
            <pc:docMk/>
            <pc:sldMk cId="1868393666" sldId="297"/>
            <ac:spMk id="116" creationId="{EDAED30D-95C9-52FB-E15E-7732F3D3638D}"/>
          </ac:spMkLst>
        </pc:spChg>
        <pc:spChg chg="add mod">
          <ac:chgData name="Jun Hong" userId="fae4f9bd-26d5-4760-9ac2-6f75f350beba" providerId="ADAL" clId="{C9E11E5D-1418-594E-B903-4DCDF68AFAA3}" dt="2024-12-12T11:13:22.614" v="1259" actId="1076"/>
          <ac:spMkLst>
            <pc:docMk/>
            <pc:sldMk cId="1868393666" sldId="297"/>
            <ac:spMk id="117" creationId="{1F0E7E9C-D83B-573B-6289-5CB4BA4BF0DA}"/>
          </ac:spMkLst>
        </pc:spChg>
        <pc:spChg chg="add mod">
          <ac:chgData name="Jun Hong" userId="fae4f9bd-26d5-4760-9ac2-6f75f350beba" providerId="ADAL" clId="{C9E11E5D-1418-594E-B903-4DCDF68AFAA3}" dt="2024-12-12T11:13:22.614" v="1259" actId="1076"/>
          <ac:spMkLst>
            <pc:docMk/>
            <pc:sldMk cId="1868393666" sldId="297"/>
            <ac:spMk id="118" creationId="{450FE5E5-C829-BBE4-5020-81945A2C667C}"/>
          </ac:spMkLst>
        </pc:spChg>
        <pc:spChg chg="add mod">
          <ac:chgData name="Jun Hong" userId="fae4f9bd-26d5-4760-9ac2-6f75f350beba" providerId="ADAL" clId="{C9E11E5D-1418-594E-B903-4DCDF68AFAA3}" dt="2024-12-12T11:13:22.614" v="1259" actId="1076"/>
          <ac:spMkLst>
            <pc:docMk/>
            <pc:sldMk cId="1868393666" sldId="297"/>
            <ac:spMk id="119" creationId="{A58A0F55-8FB8-5229-7E55-2AF114B5B2F3}"/>
          </ac:spMkLst>
        </pc:spChg>
        <pc:spChg chg="add mod">
          <ac:chgData name="Jun Hong" userId="fae4f9bd-26d5-4760-9ac2-6f75f350beba" providerId="ADAL" clId="{C9E11E5D-1418-594E-B903-4DCDF68AFAA3}" dt="2024-12-12T11:13:22.614" v="1259" actId="1076"/>
          <ac:spMkLst>
            <pc:docMk/>
            <pc:sldMk cId="1868393666" sldId="297"/>
            <ac:spMk id="120" creationId="{E2182747-90F0-3780-E0B7-6D7153A4C071}"/>
          </ac:spMkLst>
        </pc:spChg>
        <pc:grpChg chg="add mod">
          <ac:chgData name="Jun Hong" userId="fae4f9bd-26d5-4760-9ac2-6f75f350beba" providerId="ADAL" clId="{C9E11E5D-1418-594E-B903-4DCDF68AFAA3}" dt="2024-12-12T11:13:41.129" v="1260" actId="1076"/>
          <ac:grpSpMkLst>
            <pc:docMk/>
            <pc:sldMk cId="1868393666" sldId="297"/>
            <ac:grpSpMk id="43" creationId="{4301D937-6615-F4E1-9EAA-2F9E34FA6694}"/>
          </ac:grpSpMkLst>
        </pc:grpChg>
        <pc:grpChg chg="add mod">
          <ac:chgData name="Jun Hong" userId="fae4f9bd-26d5-4760-9ac2-6f75f350beba" providerId="ADAL" clId="{C9E11E5D-1418-594E-B903-4DCDF68AFAA3}" dt="2024-12-12T11:13:41.129" v="1260" actId="1076"/>
          <ac:grpSpMkLst>
            <pc:docMk/>
            <pc:sldMk cId="1868393666" sldId="297"/>
            <ac:grpSpMk id="63" creationId="{9EAE022D-6A99-FC2A-1B10-A9FD106AF55B}"/>
          </ac:grpSpMkLst>
        </pc:grpChg>
        <pc:grpChg chg="add mod">
          <ac:chgData name="Jun Hong" userId="fae4f9bd-26d5-4760-9ac2-6f75f350beba" providerId="ADAL" clId="{C9E11E5D-1418-594E-B903-4DCDF68AFAA3}" dt="2024-12-12T11:13:41.129" v="1260" actId="1076"/>
          <ac:grpSpMkLst>
            <pc:docMk/>
            <pc:sldMk cId="1868393666" sldId="297"/>
            <ac:grpSpMk id="67" creationId="{DBF69FBB-CE50-090F-0E27-D310D8498FE1}"/>
          </ac:grpSpMkLst>
        </pc:grpChg>
        <pc:grpChg chg="add mod">
          <ac:chgData name="Jun Hong" userId="fae4f9bd-26d5-4760-9ac2-6f75f350beba" providerId="ADAL" clId="{C9E11E5D-1418-594E-B903-4DCDF68AFAA3}" dt="2024-12-12T11:13:41.129" v="1260" actId="1076"/>
          <ac:grpSpMkLst>
            <pc:docMk/>
            <pc:sldMk cId="1868393666" sldId="297"/>
            <ac:grpSpMk id="80" creationId="{F99EE63F-AE9D-D63E-2EFC-152824A137F7}"/>
          </ac:grpSpMkLst>
        </pc:grpChg>
        <pc:grpChg chg="add mod">
          <ac:chgData name="Jun Hong" userId="fae4f9bd-26d5-4760-9ac2-6f75f350beba" providerId="ADAL" clId="{C9E11E5D-1418-594E-B903-4DCDF68AFAA3}" dt="2024-12-12T11:13:22.614" v="1259" actId="1076"/>
          <ac:grpSpMkLst>
            <pc:docMk/>
            <pc:sldMk cId="1868393666" sldId="297"/>
            <ac:grpSpMk id="84" creationId="{0CFFEA4E-83BE-3F95-EBC2-BD36043A63E5}"/>
          </ac:grpSpMkLst>
        </pc:grpChg>
        <pc:grpChg chg="add mod">
          <ac:chgData name="Jun Hong" userId="fae4f9bd-26d5-4760-9ac2-6f75f350beba" providerId="ADAL" clId="{C9E11E5D-1418-594E-B903-4DCDF68AFAA3}" dt="2024-12-12T11:13:22.614" v="1259" actId="1076"/>
          <ac:grpSpMkLst>
            <pc:docMk/>
            <pc:sldMk cId="1868393666" sldId="297"/>
            <ac:grpSpMk id="104" creationId="{F580E472-353F-72A9-52E0-AF8F927F6D8B}"/>
          </ac:grpSpMkLst>
        </pc:grpChg>
        <pc:grpChg chg="add mod">
          <ac:chgData name="Jun Hong" userId="fae4f9bd-26d5-4760-9ac2-6f75f350beba" providerId="ADAL" clId="{C9E11E5D-1418-594E-B903-4DCDF68AFAA3}" dt="2024-12-12T11:13:22.614" v="1259" actId="1076"/>
          <ac:grpSpMkLst>
            <pc:docMk/>
            <pc:sldMk cId="1868393666" sldId="297"/>
            <ac:grpSpMk id="108" creationId="{584F43FD-2488-592B-D03D-C50E166D2436}"/>
          </ac:grpSpMkLst>
        </pc:grpChg>
        <pc:grpChg chg="add mod">
          <ac:chgData name="Jun Hong" userId="fae4f9bd-26d5-4760-9ac2-6f75f350beba" providerId="ADAL" clId="{C9E11E5D-1418-594E-B903-4DCDF68AFAA3}" dt="2024-12-12T11:13:22.614" v="1259" actId="1076"/>
          <ac:grpSpMkLst>
            <pc:docMk/>
            <pc:sldMk cId="1868393666" sldId="297"/>
            <ac:grpSpMk id="121" creationId="{C8E5F77A-4991-3964-CD93-1E24814DE654}"/>
          </ac:grpSpMkLst>
        </pc:grpChg>
        <pc:grpChg chg="add mod">
          <ac:chgData name="Jun Hong" userId="fae4f9bd-26d5-4760-9ac2-6f75f350beba" providerId="ADAL" clId="{C9E11E5D-1418-594E-B903-4DCDF68AFAA3}" dt="2024-12-12T11:13:22.614" v="1259" actId="1076"/>
          <ac:grpSpMkLst>
            <pc:docMk/>
            <pc:sldMk cId="1868393666" sldId="297"/>
            <ac:grpSpMk id="125" creationId="{0AB6E17D-8794-DD92-89C3-964D5A1A8BD9}"/>
          </ac:grpSpMkLst>
        </pc:grpChg>
        <pc:grpChg chg="add mod">
          <ac:chgData name="Jun Hong" userId="fae4f9bd-26d5-4760-9ac2-6f75f350beba" providerId="ADAL" clId="{C9E11E5D-1418-594E-B903-4DCDF68AFAA3}" dt="2024-12-12T11:13:22.614" v="1259" actId="1076"/>
          <ac:grpSpMkLst>
            <pc:docMk/>
            <pc:sldMk cId="1868393666" sldId="297"/>
            <ac:grpSpMk id="128" creationId="{DF718A06-43BB-959B-FA76-A85A6E40C78C}"/>
          </ac:grpSpMkLst>
        </pc:grpChg>
        <pc:grpChg chg="add mod">
          <ac:chgData name="Jun Hong" userId="fae4f9bd-26d5-4760-9ac2-6f75f350beba" providerId="ADAL" clId="{C9E11E5D-1418-594E-B903-4DCDF68AFAA3}" dt="2024-12-12T11:13:22.614" v="1259" actId="1076"/>
          <ac:grpSpMkLst>
            <pc:docMk/>
            <pc:sldMk cId="1868393666" sldId="297"/>
            <ac:grpSpMk id="131" creationId="{3E248FBA-1EDA-7B1F-B7C4-1369A2841455}"/>
          </ac:grpSpMkLst>
        </pc:grpChg>
        <pc:picChg chg="mod">
          <ac:chgData name="Jun Hong" userId="fae4f9bd-26d5-4760-9ac2-6f75f350beba" providerId="ADAL" clId="{C9E11E5D-1418-594E-B903-4DCDF68AFAA3}" dt="2024-12-12T11:10:51.556" v="1250"/>
          <ac:picMkLst>
            <pc:docMk/>
            <pc:sldMk cId="1868393666" sldId="297"/>
            <ac:picMk id="71" creationId="{22340119-3646-39FA-61DB-C084B41DC1A2}"/>
          </ac:picMkLst>
        </pc:picChg>
        <pc:picChg chg="mod">
          <ac:chgData name="Jun Hong" userId="fae4f9bd-26d5-4760-9ac2-6f75f350beba" providerId="ADAL" clId="{C9E11E5D-1418-594E-B903-4DCDF68AFAA3}" dt="2024-12-12T11:12:56.570" v="1255"/>
          <ac:picMkLst>
            <pc:docMk/>
            <pc:sldMk cId="1868393666" sldId="297"/>
            <ac:picMk id="112" creationId="{4921ACF6-D801-2B75-CD99-0B3AD7F2F6C2}"/>
          </ac:picMkLst>
        </pc:picChg>
        <pc:inkChg chg="mod">
          <ac:chgData name="Jun Hong" userId="fae4f9bd-26d5-4760-9ac2-6f75f350beba" providerId="ADAL" clId="{C9E11E5D-1418-594E-B903-4DCDF68AFAA3}" dt="2024-12-12T11:10:51.556" v="1250"/>
          <ac:inkMkLst>
            <pc:docMk/>
            <pc:sldMk cId="1868393666" sldId="297"/>
            <ac:inkMk id="81" creationId="{87A4544D-F0FF-9B0F-7759-5BDFD59C8060}"/>
          </ac:inkMkLst>
        </pc:inkChg>
        <pc:inkChg chg="mod">
          <ac:chgData name="Jun Hong" userId="fae4f9bd-26d5-4760-9ac2-6f75f350beba" providerId="ADAL" clId="{C9E11E5D-1418-594E-B903-4DCDF68AFAA3}" dt="2024-12-12T11:10:51.556" v="1250"/>
          <ac:inkMkLst>
            <pc:docMk/>
            <pc:sldMk cId="1868393666" sldId="297"/>
            <ac:inkMk id="82" creationId="{16D58962-8E83-805E-9284-44BD03AB857A}"/>
          </ac:inkMkLst>
        </pc:inkChg>
        <pc:inkChg chg="mod">
          <ac:chgData name="Jun Hong" userId="fae4f9bd-26d5-4760-9ac2-6f75f350beba" providerId="ADAL" clId="{C9E11E5D-1418-594E-B903-4DCDF68AFAA3}" dt="2024-12-12T11:10:51.556" v="1250"/>
          <ac:inkMkLst>
            <pc:docMk/>
            <pc:sldMk cId="1868393666" sldId="297"/>
            <ac:inkMk id="83" creationId="{F7E7A7C6-90AB-672C-0711-944F223A1577}"/>
          </ac:inkMkLst>
        </pc:inkChg>
        <pc:inkChg chg="mod">
          <ac:chgData name="Jun Hong" userId="fae4f9bd-26d5-4760-9ac2-6f75f350beba" providerId="ADAL" clId="{C9E11E5D-1418-594E-B903-4DCDF68AFAA3}" dt="2024-12-12T11:12:56.570" v="1255"/>
          <ac:inkMkLst>
            <pc:docMk/>
            <pc:sldMk cId="1868393666" sldId="297"/>
            <ac:inkMk id="122" creationId="{03C17B09-12FB-50F0-66DD-0D94E8D7BC1E}"/>
          </ac:inkMkLst>
        </pc:inkChg>
        <pc:inkChg chg="mod">
          <ac:chgData name="Jun Hong" userId="fae4f9bd-26d5-4760-9ac2-6f75f350beba" providerId="ADAL" clId="{C9E11E5D-1418-594E-B903-4DCDF68AFAA3}" dt="2024-12-12T11:12:56.570" v="1255"/>
          <ac:inkMkLst>
            <pc:docMk/>
            <pc:sldMk cId="1868393666" sldId="297"/>
            <ac:inkMk id="123" creationId="{550D3515-D126-6A23-6359-334D76CCC7B6}"/>
          </ac:inkMkLst>
        </pc:inkChg>
        <pc:inkChg chg="mod">
          <ac:chgData name="Jun Hong" userId="fae4f9bd-26d5-4760-9ac2-6f75f350beba" providerId="ADAL" clId="{C9E11E5D-1418-594E-B903-4DCDF68AFAA3}" dt="2024-12-12T11:12:56.570" v="1255"/>
          <ac:inkMkLst>
            <pc:docMk/>
            <pc:sldMk cId="1868393666" sldId="297"/>
            <ac:inkMk id="124" creationId="{B44A29FD-DAB7-E64D-8541-08DB88A10571}"/>
          </ac:inkMkLst>
        </pc:inkChg>
        <pc:inkChg chg="mod">
          <ac:chgData name="Jun Hong" userId="fae4f9bd-26d5-4760-9ac2-6f75f350beba" providerId="ADAL" clId="{C9E11E5D-1418-594E-B903-4DCDF68AFAA3}" dt="2024-12-12T11:12:56.570" v="1255"/>
          <ac:inkMkLst>
            <pc:docMk/>
            <pc:sldMk cId="1868393666" sldId="297"/>
            <ac:inkMk id="126" creationId="{5AACB879-B145-4604-80BC-D6B1ED271818}"/>
          </ac:inkMkLst>
        </pc:inkChg>
        <pc:inkChg chg="mod">
          <ac:chgData name="Jun Hong" userId="fae4f9bd-26d5-4760-9ac2-6f75f350beba" providerId="ADAL" clId="{C9E11E5D-1418-594E-B903-4DCDF68AFAA3}" dt="2024-12-12T11:12:56.570" v="1255"/>
          <ac:inkMkLst>
            <pc:docMk/>
            <pc:sldMk cId="1868393666" sldId="297"/>
            <ac:inkMk id="127" creationId="{88EB187F-2C87-68A7-E738-D25B5AC317D6}"/>
          </ac:inkMkLst>
        </pc:inkChg>
        <pc:inkChg chg="mod">
          <ac:chgData name="Jun Hong" userId="fae4f9bd-26d5-4760-9ac2-6f75f350beba" providerId="ADAL" clId="{C9E11E5D-1418-594E-B903-4DCDF68AFAA3}" dt="2024-12-12T11:12:56.570" v="1255"/>
          <ac:inkMkLst>
            <pc:docMk/>
            <pc:sldMk cId="1868393666" sldId="297"/>
            <ac:inkMk id="129" creationId="{8B2921D6-6429-CC9C-3EA5-6EECCC875E82}"/>
          </ac:inkMkLst>
        </pc:inkChg>
        <pc:inkChg chg="mod">
          <ac:chgData name="Jun Hong" userId="fae4f9bd-26d5-4760-9ac2-6f75f350beba" providerId="ADAL" clId="{C9E11E5D-1418-594E-B903-4DCDF68AFAA3}" dt="2024-12-12T11:12:56.570" v="1255"/>
          <ac:inkMkLst>
            <pc:docMk/>
            <pc:sldMk cId="1868393666" sldId="297"/>
            <ac:inkMk id="130" creationId="{BAB42848-7DA5-7C79-D9E8-85FA964E678B}"/>
          </ac:inkMkLst>
        </pc:inkChg>
        <pc:inkChg chg="mod">
          <ac:chgData name="Jun Hong" userId="fae4f9bd-26d5-4760-9ac2-6f75f350beba" providerId="ADAL" clId="{C9E11E5D-1418-594E-B903-4DCDF68AFAA3}" dt="2024-12-12T11:12:56.570" v="1255"/>
          <ac:inkMkLst>
            <pc:docMk/>
            <pc:sldMk cId="1868393666" sldId="297"/>
            <ac:inkMk id="132" creationId="{DFC809FC-3638-1F20-68C9-CB50F774C4EF}"/>
          </ac:inkMkLst>
        </pc:inkChg>
        <pc:inkChg chg="mod">
          <ac:chgData name="Jun Hong" userId="fae4f9bd-26d5-4760-9ac2-6f75f350beba" providerId="ADAL" clId="{C9E11E5D-1418-594E-B903-4DCDF68AFAA3}" dt="2024-12-12T11:12:56.570" v="1255"/>
          <ac:inkMkLst>
            <pc:docMk/>
            <pc:sldMk cId="1868393666" sldId="297"/>
            <ac:inkMk id="133" creationId="{2C0D3015-800C-E28D-7E6D-D56BEF9EC118}"/>
          </ac:inkMkLst>
        </pc:inkChg>
      </pc:sldChg>
      <pc:sldChg chg="addSp delSp modSp add mod modNotesTx">
        <pc:chgData name="Jun Hong" userId="fae4f9bd-26d5-4760-9ac2-6f75f350beba" providerId="ADAL" clId="{C9E11E5D-1418-594E-B903-4DCDF68AFAA3}" dt="2024-12-19T11:20:08.104" v="1886" actId="20577"/>
        <pc:sldMkLst>
          <pc:docMk/>
          <pc:sldMk cId="3313376701" sldId="298"/>
        </pc:sldMkLst>
        <pc:spChg chg="mod">
          <ac:chgData name="Jun Hong" userId="fae4f9bd-26d5-4760-9ac2-6f75f350beba" providerId="ADAL" clId="{C9E11E5D-1418-594E-B903-4DCDF68AFAA3}" dt="2024-12-12T11:25:28.490" v="1352" actId="20577"/>
          <ac:spMkLst>
            <pc:docMk/>
            <pc:sldMk cId="3313376701" sldId="298"/>
            <ac:spMk id="2" creationId="{C293BE06-87E8-1826-697C-9971A2B172D1}"/>
          </ac:spMkLst>
        </pc:spChg>
        <pc:spChg chg="add mod">
          <ac:chgData name="Jun Hong" userId="fae4f9bd-26d5-4760-9ac2-6f75f350beba" providerId="ADAL" clId="{C9E11E5D-1418-594E-B903-4DCDF68AFAA3}" dt="2024-12-12T11:23:58.715" v="1284"/>
          <ac:spMkLst>
            <pc:docMk/>
            <pc:sldMk cId="3313376701" sldId="298"/>
            <ac:spMk id="5" creationId="{9A1A9845-4829-DE90-BD6C-BB302DD0F66E}"/>
          </ac:spMkLst>
        </pc:spChg>
        <pc:picChg chg="add mod">
          <ac:chgData name="Jun Hong" userId="fae4f9bd-26d5-4760-9ac2-6f75f350beba" providerId="ADAL" clId="{C9E11E5D-1418-594E-B903-4DCDF68AFAA3}" dt="2024-12-12T11:22:38.029" v="1280" actId="1076"/>
          <ac:picMkLst>
            <pc:docMk/>
            <pc:sldMk cId="3313376701" sldId="298"/>
            <ac:picMk id="3" creationId="{CC06B2F6-BDC7-0535-6543-DC44A242D15D}"/>
          </ac:picMkLst>
        </pc:picChg>
        <pc:picChg chg="add mod">
          <ac:chgData name="Jun Hong" userId="fae4f9bd-26d5-4760-9ac2-6f75f350beba" providerId="ADAL" clId="{C9E11E5D-1418-594E-B903-4DCDF68AFAA3}" dt="2024-12-12T11:22:33.721" v="1279" actId="1076"/>
          <ac:picMkLst>
            <pc:docMk/>
            <pc:sldMk cId="3313376701" sldId="298"/>
            <ac:picMk id="4" creationId="{9D4BB507-DDD0-403C-423A-DA6C692925D9}"/>
          </ac:picMkLst>
        </pc:picChg>
      </pc:sldChg>
      <pc:sldChg chg="add">
        <pc:chgData name="Jun Hong" userId="fae4f9bd-26d5-4760-9ac2-6f75f350beba" providerId="ADAL" clId="{C9E11E5D-1418-594E-B903-4DCDF68AFAA3}" dt="2024-12-12T11:26:30.137" v="1353"/>
        <pc:sldMkLst>
          <pc:docMk/>
          <pc:sldMk cId="350959863" sldId="299"/>
        </pc:sldMkLst>
      </pc:sldChg>
      <pc:sldChg chg="add">
        <pc:chgData name="Jun Hong" userId="fae4f9bd-26d5-4760-9ac2-6f75f350beba" providerId="ADAL" clId="{C9E11E5D-1418-594E-B903-4DCDF68AFAA3}" dt="2024-12-12T11:26:30.137" v="1353"/>
        <pc:sldMkLst>
          <pc:docMk/>
          <pc:sldMk cId="1717920428" sldId="300"/>
        </pc:sldMkLst>
      </pc:sldChg>
      <pc:sldChg chg="add">
        <pc:chgData name="Jun Hong" userId="fae4f9bd-26d5-4760-9ac2-6f75f350beba" providerId="ADAL" clId="{C9E11E5D-1418-594E-B903-4DCDF68AFAA3}" dt="2024-12-12T11:26:30.137" v="1353"/>
        <pc:sldMkLst>
          <pc:docMk/>
          <pc:sldMk cId="153194506" sldId="30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AE19FC-22E7-8D49-8947-1A97ED26CA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164AAE-BDD1-3C4C-AEB6-0A4216993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50891-8679-2F47-9275-241E3C755771}" type="datetimeFigureOut">
              <a:rPr lang="en-US" smtClean="0"/>
              <a:t>1/30/25</a:t>
            </a:fld>
            <a:endParaRPr lang="en-US"/>
          </a:p>
        </p:txBody>
      </p:sp>
      <p:sp>
        <p:nvSpPr>
          <p:cNvPr id="4" name="Footer Placeholder 3">
            <a:extLst>
              <a:ext uri="{FF2B5EF4-FFF2-40B4-BE49-F238E27FC236}">
                <a16:creationId xmlns:a16="http://schemas.microsoft.com/office/drawing/2014/main" id="{3646A0ED-2CF7-F74E-B0BA-3F4CE88130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4B10861-457F-5A4A-9976-447EAB3AE1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8FECD6F-F411-304A-9EA8-8F5DA29EF3C1}" type="slidenum">
              <a:rPr lang="en-US" smtClean="0"/>
              <a:t>‹#›</a:t>
            </a:fld>
            <a:endParaRPr lang="en-US"/>
          </a:p>
        </p:txBody>
      </p:sp>
    </p:spTree>
    <p:extLst>
      <p:ext uri="{BB962C8B-B14F-4D97-AF65-F5344CB8AC3E}">
        <p14:creationId xmlns:p14="http://schemas.microsoft.com/office/powerpoint/2010/main" val="403982005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05:56.341"/>
    </inkml:context>
    <inkml:brush xml:id="br0">
      <inkml:brushProperty name="width" value="0.1" units="cm"/>
      <inkml:brushProperty name="height" value="0.1" units="cm"/>
      <inkml:brushProperty name="color" value="#FF0066"/>
    </inkml:brush>
  </inkml:definitions>
  <inkml:trace contextRef="#ctx0" brushRef="#br0">39 86 24575,'0'10'0,"0"0"0,0-1 0,0-1 0,0 0 0,0 1 0,0-2 0,0 3 0,0-1 0,0 2 0,0 1 0,0 1 0,0 1 0,0-4 0,0-1 0,0-1 0,0-1 0,0-1 0,1-1 0,2-2 0,2-2 0,2-2 0,0-4 0,2-3 0,3-4 0,0 0 0,0 0 0,-2 0 0,-1 2 0,-2 0 0,-2 3 0,-2 2 0,-2 1 0,-1-1 0,0-2 0,0-2 0,0-2 0,-2-1 0,-4-1 0,-3-2 0,-3-1 0,1 1 0,0 2 0,0 0 0,1 4 0,1-1 0,2 3 0,1 2 0,1 1 0,0 2 0,1 2 0,-1 1 0,2 2 0,-1 1 0,1 0 0,-1 1 0,-1 1 0,1 1 0,0 1 0,3-3 0,1 0 0,0 1 0,0 0 0,0 1 0,0 0 0,0 4 0,0 1 0,1 2 0,1-1 0,4-1 0,-1 0 0,3-2 0,2 2 0,-1-3 0,1 2 0,-1-4 0,-4-4 0,0 0 0,-1-3 0,0 0 0,-1 0 0,1 0 0,-1-3 0,-1-1 0,-1-2 0,-1-2 0,0 2 0,0-1 0,0 2 0,0 1 0,0-1 0,0 2 0,-3-1 0,-2 3 0,-3 1 0,-1 0 0,1 0 0,0 0 0,4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05:56.342"/>
    </inkml:context>
    <inkml:brush xml:id="br0">
      <inkml:brushProperty name="width" value="0.1" units="cm"/>
      <inkml:brushProperty name="height" value="0.1" units="cm"/>
      <inkml:brushProperty name="color" value="#FF0066"/>
    </inkml:brush>
  </inkml:definitions>
  <inkml:trace contextRef="#ctx0" brushRef="#br0">1 0 24575,'19'0'0,"1"0"0,-2 0 0,3 0 0,-5 0 0,-2 0 0,-3 0 0,-4 0 0,0 1 0,-2 1 0,-3 0 0,0-1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05:56.343"/>
    </inkml:context>
    <inkml:brush xml:id="br0">
      <inkml:brushProperty name="width" value="0.1" units="cm"/>
      <inkml:brushProperty name="height" value="0.1" units="cm"/>
      <inkml:brushProperty name="color" value="#FF0066"/>
    </inkml:brush>
  </inkml:definitions>
  <inkml:trace contextRef="#ctx0" brushRef="#br0">33 1 24575,'-14'64'0,"10"-42"0,-11 32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0:51.555"/>
    </inkml:context>
    <inkml:brush xml:id="br0">
      <inkml:brushProperty name="width" value="0.1" units="cm"/>
      <inkml:brushProperty name="height" value="0.1" units="cm"/>
      <inkml:brushProperty name="color" value="#FF0066"/>
    </inkml:brush>
  </inkml:definitions>
  <inkml:trace contextRef="#ctx0" brushRef="#br0">0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0:51.556"/>
    </inkml:context>
    <inkml:brush xml:id="br0">
      <inkml:brushProperty name="width" value="0.1" units="cm"/>
      <inkml:brushProperty name="height" value="0.1" units="cm"/>
      <inkml:brushProperty name="color" value="#FF0066"/>
    </inkml:brush>
  </inkml:definitions>
  <inkml:trace contextRef="#ctx0" brushRef="#br0">0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0:51.557"/>
    </inkml:context>
    <inkml:brush xml:id="br0">
      <inkml:brushProperty name="width" value="0.1" units="cm"/>
      <inkml:brushProperty name="height" value="0.1" units="cm"/>
      <inkml:brushProperty name="color" value="#FF0066"/>
    </inkml:brush>
  </inkml:definitions>
  <inkml:trace contextRef="#ctx0" brushRef="#br0">12 129 24575,'0'-14'0,"1"1"0,1-2 0,0-1 0,2-4 0,-2 4 0,1 1 0,-2 6 0,-3 4 0,-2 1 0,-1 2 0,-2 2 0,3 0 0,1 1 0,1 2 0,2 2 0,0 2 0,0 0 0,0 0 0,2 1 0,1-1 0,3-1 0,2-3 0,2-1 0,-1-2 0,1 0 0,-1 0 0,0 0 0,1 0 0,0 0 0,-1 0 0,-2-3 0,1-1 0,-2 0 0,-1-1 0,-3 2 0,-1-1 0,-1 0 0,0 0 0,-3 1 0,-2 0 0,-4-1 0,-4 0 0,3 1 0,1 1 0,2 1 0,2 0 0,1 2 0,3 3 0,1 2 0,0 1 0,0 0 0,-2-1 0,-3-2 0,-2-2 0,-1-3 0,0-1 0,4-1 0,0-1 0,4 2 0,6 3 0,1 3 0,3 1 0,-3 1 0,-3-2 0,1-1 0,-3-2 0,0-5 0,-1-1 0,-3-2 0,-1 0 0,-1 2 0,3 2 0,3 1 0,4 3 0,1 1 0,-4 0 0,-1 0 0,-10-5 0,0 0 0,-6-3 0,4 4 0,3 0 0,4 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69"/>
    </inkml:context>
    <inkml:brush xml:id="br0">
      <inkml:brushProperty name="width" value="0.1" units="cm"/>
      <inkml:brushProperty name="height" value="0.1" units="cm"/>
      <inkml:brushProperty name="color" value="#FF0066"/>
    </inkml:brush>
  </inkml:definitions>
  <inkml:trace contextRef="#ctx0" brushRef="#br0">3 0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0"/>
    </inkml:context>
    <inkml:brush xml:id="br0">
      <inkml:brushProperty name="width" value="0.1" units="cm"/>
      <inkml:brushProperty name="height" value="0.1" units="cm"/>
      <inkml:brushProperty name="color" value="#FF0066"/>
    </inkml:brush>
  </inkml:definitions>
  <inkml:trace contextRef="#ctx0" brushRef="#br0">3 0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1"/>
    </inkml:context>
    <inkml:brush xml:id="br0">
      <inkml:brushProperty name="width" value="0.1" units="cm"/>
      <inkml:brushProperty name="height" value="0.1" units="cm"/>
      <inkml:brushProperty name="color" value="#FF0066"/>
    </inkml:brush>
  </inkml:definitions>
  <inkml:trace contextRef="#ctx0" brushRef="#br0">15 129 24575,'0'-14'0,"1"1"0,1-2 0,0-1 0,2-4 0,-2 4 0,1 1 0,-2 6 0,-3 4 0,-2 1 0,-1 2 0,-2 2 0,3 0 0,1 1 0,1 2 0,2 2 0,0 2 0,0 0 0,0 0 0,2 1 0,1-1 0,3-1 0,2-3 0,2-1 0,-1-2 0,1 0 0,-1 0 0,0 0 0,1 0 0,0 0 0,-1 0 0,-2-3 0,1-1 0,-2 0 0,-1-1 0,-3 2 0,-1-1 0,-1 0 0,0 0 0,-3 1 0,-2 0 0,-4-1 0,-4 0 0,3 1 0,1 1 0,2 1 0,2 0 0,1 2 0,3 3 0,1 2 0,0 1 0,0 0 0,-2-1 0,-3-2 0,-2-2 0,-1-3 0,0-1 0,4-1 0,0-1 0,4 2 0,6 3 0,1 3 0,3 1 0,-3 1 0,-3-2 0,1-1 0,-3-2 0,0-5 0,-1-1 0,-3-2 0,-1 0 0,-1 2 0,3 2 0,3 1 0,4 3 0,1 1 0,-4 0 0,-1 0 0,-10-5 0,0 0 0,-6-3 0,4 4 0,3 0 0,4 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2"/>
    </inkml:context>
    <inkml:brush xml:id="br0">
      <inkml:brushProperty name="width" value="0.1" units="cm"/>
      <inkml:brushProperty name="height" value="0.1" units="cm"/>
      <inkml:brushProperty name="color" value="#FF0066"/>
    </inkml:brush>
  </inkml:definitions>
  <inkml:trace contextRef="#ctx0" brushRef="#br0">4 1 24575,'0'19'0,"0"1"0,0-2 0,0-1 0,0-4 0,0-3 0,0-1 0,0-2 0,0 1 0,0-2 0,0 1 0,0-2 0,0 2 0,0 0 0,0 2 0,0 6 0,0 1 0,0 4 0,0-3 0,0-2 0,0-2 0,0-3 0,0 0 0,0-2 0,0-3 0,0-2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3"/>
    </inkml:context>
    <inkml:brush xml:id="br0">
      <inkml:brushProperty name="width" value="0.1" units="cm"/>
      <inkml:brushProperty name="height" value="0.1" units="cm"/>
      <inkml:brushProperty name="color" value="#FF0066"/>
    </inkml:brush>
  </inkml:definitions>
  <inkml:trace contextRef="#ctx0" brushRef="#br0">4 200 24575,'18'3'0,"-5"1"0,3 4 0,-2 1 0,6 4 0,-3-5 0,2 3 0,-4-6 0,0 1 0,-3 2 0,1 0 0,-3-2 0,3 1 0,-3-1 0,-3-4 0,0-8 0,-1-9 0,4-10 0,3-7 0,3-8 0,2 0 0,-1 1 0,-3 7 0,-5 8 0,0 3 0,-1 9 0,-1 3 0,-3 4 0,0 3 0,-4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4"/>
    </inkml:context>
    <inkml:brush xml:id="br0">
      <inkml:brushProperty name="width" value="0.1" units="cm"/>
      <inkml:brushProperty name="height" value="0.1" units="cm"/>
      <inkml:brushProperty name="color" value="#FF0066"/>
    </inkml:brush>
  </inkml:definitions>
  <inkml:trace contextRef="#ctx0" brushRef="#br0">3 1 24575,'0'17'0,"0"-1"0,0 6 0,0-3 0,4 3 0,2 5 0,3-4 0,1 3 0,-4-6 0,-1-7 0,-2-2 0,1-5 0,-1 0 0,-1 0 0,1 1 0,2 1 0,0 0 0,2 1 0,-2 0 0,0 3 0,-1 0 0,2 0 0,0-1 0,-1 1 0,1-1 0,-2 1 0,-1-1 0,1-1 0,0 3 0,-2-4 0,-1 0 0,0-3 0,1-3 0,-1-1 0,1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5"/>
    </inkml:context>
    <inkml:brush xml:id="br0">
      <inkml:brushProperty name="width" value="0.1" units="cm"/>
      <inkml:brushProperty name="height" value="0.1" units="cm"/>
      <inkml:brushProperty name="color" value="#FF0066"/>
    </inkml:brush>
  </inkml:definitions>
  <inkml:trace contextRef="#ctx0" brushRef="#br0">4 119 24575,'13'-2'0,"-3"0"0,2 0 0,-2 1 0,-3 1 0,1 1 0,-3 4 0,2 5 0,4 3 0,2 2 0,13 12 0,-10-10 0,6 8 0,-14-15 0,-1-1 0,1-2 0,-1 0 0,-2-3 0,0-2 0,-1-7 0,1-3 0,0-7 0,1-1 0,1-3 0,-1 0 0,1-1 0,-1 2 0,-1-2 0,-1 2 0,0 3 0,0 2 0,-2 1 0,0-1 0,-2 3 0,0-2 0,0 3 0,0-1 0,0 3 0,0 4 0,0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6"/>
    </inkml:context>
    <inkml:brush xml:id="br0">
      <inkml:brushProperty name="width" value="0.1" units="cm"/>
      <inkml:brushProperty name="height" value="0.1" units="cm"/>
      <inkml:brushProperty name="color" value="#FF0066"/>
    </inkml:brush>
  </inkml:definitions>
  <inkml:trace contextRef="#ctx0" brushRef="#br0">4 1 24575,'0'30'0,"0"28"0,0 2 0,11 30 0,4-9 0,17 21 0,17 38 0,2 12 0,-1-3 0,-10-46 0,-14-47 0,-7-20 0,0-8 0,-8-5 0,-4-5 0,-3-8 0,-4-1 0,4-1 0,-4-5 0,4-1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2T11:12:56.577"/>
    </inkml:context>
    <inkml:brush xml:id="br0">
      <inkml:brushProperty name="width" value="0.1" units="cm"/>
      <inkml:brushProperty name="height" value="0.1" units="cm"/>
      <inkml:brushProperty name="color" value="#FF0066"/>
    </inkml:brush>
  </inkml:definitions>
  <inkml:trace contextRef="#ctx0" brushRef="#br0">7 406 24575,'30'0'0,"8"0"0,9 3 0,9 5 0,-4 1 0,8 8 0,-5-4 0,-4 0 0,-10 0 0,-7-3 0,-10 1 0,-5-3 0,-2-1 0,-2-7 0,-2 0 0,-6-2 0,-1-15 0,-6-7 0,0-42 0,0 10 0,0-21 0,0 21 0,0 1 0,0 12 0,0-2 0,0 19 0,0 1 0,0 12 0,0 8 0,0 1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A1FEF9-41CC-1D4A-A230-0AA39F2085BA}" type="datetimeFigureOut">
              <a:rPr lang="en-GB" smtClean="0"/>
              <a:t>30/01/2025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ED0C68-333E-A945-8203-222F70E82FF7}" type="slidenum">
              <a:rPr lang="en-GB" smtClean="0"/>
              <a:t>‹#›</a:t>
            </a:fld>
            <a:endParaRPr lang="en-GB"/>
          </a:p>
        </p:txBody>
      </p:sp>
    </p:spTree>
    <p:extLst>
      <p:ext uri="{BB962C8B-B14F-4D97-AF65-F5344CB8AC3E}">
        <p14:creationId xmlns:p14="http://schemas.microsoft.com/office/powerpoint/2010/main" val="930954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2</a:t>
            </a:fld>
            <a:endParaRPr lang="en-GB"/>
          </a:p>
        </p:txBody>
      </p:sp>
    </p:spTree>
    <p:extLst>
      <p:ext uri="{BB962C8B-B14F-4D97-AF65-F5344CB8AC3E}">
        <p14:creationId xmlns:p14="http://schemas.microsoft.com/office/powerpoint/2010/main" val="2058691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Those highlighted values are from </a:t>
            </a:r>
            <a:r>
              <a:rPr lang="en-GB" sz="1200" kern="1200" dirty="0">
                <a:solidFill>
                  <a:schemeClr val="tx1"/>
                </a:solidFill>
                <a:effectLst/>
                <a:latin typeface="+mn-lt"/>
                <a:ea typeface="+mn-ea"/>
                <a:cs typeface="+mn-cs"/>
              </a:rPr>
              <a:t>linear-regression-gradient-decent-</a:t>
            </a:r>
            <a:r>
              <a:rPr lang="en-GB" sz="1200" kern="1200" dirty="0" err="1">
                <a:solidFill>
                  <a:schemeClr val="tx1"/>
                </a:solidFill>
                <a:effectLst/>
                <a:latin typeface="+mn-lt"/>
                <a:ea typeface="+mn-ea"/>
                <a:cs typeface="+mn-cs"/>
              </a:rPr>
              <a:t>sklearn</a:t>
            </a:r>
            <a:r>
              <a:rPr lang="en-GB" dirty="0" err="1"/>
              <a:t>.ipynb</a:t>
            </a:r>
            <a:r>
              <a:rPr lang="en-GB" dirty="0"/>
              <a:t> used in Practical 1.</a:t>
            </a:r>
          </a:p>
        </p:txBody>
      </p:sp>
      <p:sp>
        <p:nvSpPr>
          <p:cNvPr id="4" name="Slide Number Placeholder 3"/>
          <p:cNvSpPr>
            <a:spLocks noGrp="1"/>
          </p:cNvSpPr>
          <p:nvPr>
            <p:ph type="sldNum" sz="quarter" idx="5"/>
          </p:nvPr>
        </p:nvSpPr>
        <p:spPr/>
        <p:txBody>
          <a:bodyPr/>
          <a:lstStyle/>
          <a:p>
            <a:fld id="{33ED0C68-333E-A945-8203-222F70E82FF7}" type="slidenum">
              <a:rPr lang="en-GB" smtClean="0"/>
              <a:t>3</a:t>
            </a:fld>
            <a:endParaRPr lang="en-GB"/>
          </a:p>
        </p:txBody>
      </p:sp>
    </p:spTree>
    <p:extLst>
      <p:ext uri="{BB962C8B-B14F-4D97-AF65-F5344CB8AC3E}">
        <p14:creationId xmlns:p14="http://schemas.microsoft.com/office/powerpoint/2010/main" val="2051487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Each training example is a pair of values though</a:t>
                </a:r>
                <a:r>
                  <a:rPr lang="en-GB" i="1" dirty="0"/>
                  <a:t> </a:t>
                </a:r>
                <a14:m>
                  <m:oMath xmlns:m="http://schemas.openxmlformats.org/officeDocument/2006/math">
                    <m:r>
                      <a:rPr lang="en-GB" b="0" i="1" dirty="0" smtClean="0">
                        <a:latin typeface="Cambria Math" panose="02040503050406030204" pitchFamily="18" charset="0"/>
                      </a:rPr>
                      <m:t>𝑥</m:t>
                    </m:r>
                  </m:oMath>
                </a14:m>
                <a:r>
                  <a:rPr lang="en-GB" dirty="0"/>
                  <a:t> can be </a:t>
                </a:r>
                <a:r>
                  <a:rPr lang="en-GB" i="1" dirty="0"/>
                  <a:t>a set of values </a:t>
                </a:r>
                <a:r>
                  <a:rPr lang="en-GB" dirty="0"/>
                  <a:t>represented as a vector (multi-dimensional). Choosing different sets of values for the weights will form different models that have different levels of performance in terms of how close the predicted values are to the given values.</a:t>
                </a:r>
              </a:p>
              <a:p>
                <a:r>
                  <a:rPr lang="en-GB" dirty="0"/>
                  <a:t>Note that the actual function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oMath>
                </a14:m>
                <a:r>
                  <a:rPr lang="en-GB" dirty="0"/>
                  <a:t> is unknown.</a:t>
                </a:r>
              </a:p>
            </p:txBody>
          </p:sp>
        </mc:Choice>
        <mc:Fallback xmlns="">
          <p:sp>
            <p:nvSpPr>
              <p:cNvPr id="3" name="Notes Placeholder 2"/>
              <p:cNvSpPr>
                <a:spLocks noGrp="1"/>
              </p:cNvSpPr>
              <p:nvPr>
                <p:ph type="body" idx="1"/>
              </p:nvPr>
            </p:nvSpPr>
            <p:spPr/>
            <p:txBody>
              <a:bodyPr/>
              <a:lstStyle/>
              <a:p>
                <a:r>
                  <a:rPr lang="en-GB" dirty="0"/>
                  <a:t>Each training example is a pair of values though</a:t>
                </a:r>
                <a:r>
                  <a:rPr lang="en-GB" i="1" dirty="0"/>
                  <a:t> </a:t>
                </a:r>
                <a:r>
                  <a:rPr lang="en-GB" b="0" i="0" dirty="0">
                    <a:latin typeface="Cambria Math" panose="02040503050406030204" pitchFamily="18" charset="0"/>
                  </a:rPr>
                  <a:t>𝑥</a:t>
                </a:r>
                <a:r>
                  <a:rPr lang="en-GB" dirty="0"/>
                  <a:t> can be a set of values represented as a vector. Choosing different sets of values for the weights will form different models that have different levels of performance in terms of how close the predicted values are to the given values.</a:t>
                </a:r>
              </a:p>
              <a:p>
                <a:r>
                  <a:rPr lang="en-GB" dirty="0"/>
                  <a:t>Note that the actual function </a:t>
                </a:r>
                <a:r>
                  <a:rPr lang="en-GB" i="0" dirty="0">
                    <a:latin typeface="Cambria Math" panose="02040503050406030204" pitchFamily="18" charset="0"/>
                  </a:rPr>
                  <a:t>𝑓(𝑥)</a:t>
                </a:r>
                <a:r>
                  <a:rPr lang="en-GB" dirty="0"/>
                  <a:t> is unknow.</a:t>
                </a:r>
              </a:p>
            </p:txBody>
          </p:sp>
        </mc:Fallback>
      </mc:AlternateContent>
      <p:sp>
        <p:nvSpPr>
          <p:cNvPr id="4" name="Slide Number Placeholder 3"/>
          <p:cNvSpPr>
            <a:spLocks noGrp="1"/>
          </p:cNvSpPr>
          <p:nvPr>
            <p:ph type="sldNum" sz="quarter" idx="5"/>
          </p:nvPr>
        </p:nvSpPr>
        <p:spPr/>
        <p:txBody>
          <a:bodyPr/>
          <a:lstStyle/>
          <a:p>
            <a:fld id="{33ED0C68-333E-A945-8203-222F70E82FF7}" type="slidenum">
              <a:rPr lang="en-GB" smtClean="0"/>
              <a:t>4</a:t>
            </a:fld>
            <a:endParaRPr lang="en-GB"/>
          </a:p>
        </p:txBody>
      </p:sp>
    </p:spTree>
    <p:extLst>
      <p:ext uri="{BB962C8B-B14F-4D97-AF65-F5344CB8AC3E}">
        <p14:creationId xmlns:p14="http://schemas.microsoft.com/office/powerpoint/2010/main" val="4199926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 this slide, note that the features and the parameters have been represented as two vectors respectively.</a:t>
            </a:r>
          </a:p>
          <a:p>
            <a:r>
              <a:rPr lang="en-GB" dirty="0"/>
              <a:t>Here are two very good tutorials on linear algebra:</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A friendly introduction to linear algebra for ML (ML Tech Talks), https://</a:t>
            </a:r>
            <a:r>
              <a:rPr lang="en-GB" sz="1200" b="0" i="0" u="none" strike="noStrike" kern="1200" dirty="0" err="1">
                <a:solidFill>
                  <a:schemeClr val="tx1"/>
                </a:solidFill>
                <a:effectLst/>
                <a:latin typeface="+mn-lt"/>
                <a:ea typeface="+mn-ea"/>
                <a:cs typeface="+mn-cs"/>
              </a:rPr>
              <a:t>www.youtube.com</a:t>
            </a:r>
            <a:r>
              <a:rPr lang="en-GB" sz="1200" b="0" i="0" u="none" strike="noStrike" kern="1200" dirty="0">
                <a:solidFill>
                  <a:schemeClr val="tx1"/>
                </a:solidFill>
                <a:effectLst/>
                <a:latin typeface="+mn-lt"/>
                <a:ea typeface="+mn-ea"/>
                <a:cs typeface="+mn-cs"/>
              </a:rPr>
              <a:t>/</a:t>
            </a:r>
            <a:r>
              <a:rPr lang="en-GB" sz="1200" b="0" i="0" u="none" strike="noStrike" kern="1200" dirty="0" err="1">
                <a:solidFill>
                  <a:schemeClr val="tx1"/>
                </a:solidFill>
                <a:effectLst/>
                <a:latin typeface="+mn-lt"/>
                <a:ea typeface="+mn-ea"/>
                <a:cs typeface="+mn-cs"/>
              </a:rPr>
              <a:t>watch?v</a:t>
            </a:r>
            <a:r>
              <a:rPr lang="en-GB" sz="1200" b="0" i="0" u="none" strike="noStrike" kern="1200" dirty="0">
                <a:solidFill>
                  <a:schemeClr val="tx1"/>
                </a:solidFill>
                <a:effectLst/>
                <a:latin typeface="+mn-lt"/>
                <a:ea typeface="+mn-ea"/>
                <a:cs typeface="+mn-cs"/>
              </a:rPr>
              <a:t>=LlKAna21fLE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Vectors | Chapter 1, Essence of linear algebra, https://</a:t>
            </a:r>
            <a:r>
              <a:rPr lang="en-GB" sz="1200" b="0" i="0" u="none" strike="noStrike" kern="1200" dirty="0" err="1">
                <a:solidFill>
                  <a:schemeClr val="tx1"/>
                </a:solidFill>
                <a:effectLst/>
                <a:latin typeface="+mn-lt"/>
                <a:ea typeface="+mn-ea"/>
                <a:cs typeface="+mn-cs"/>
              </a:rPr>
              <a:t>www.youtube.com</a:t>
            </a:r>
            <a:r>
              <a:rPr lang="en-GB" sz="1200" b="0" i="0" u="none" strike="noStrike" kern="1200" dirty="0">
                <a:solidFill>
                  <a:schemeClr val="tx1"/>
                </a:solidFill>
                <a:effectLst/>
                <a:latin typeface="+mn-lt"/>
                <a:ea typeface="+mn-ea"/>
                <a:cs typeface="+mn-cs"/>
              </a:rPr>
              <a:t>/</a:t>
            </a:r>
            <a:r>
              <a:rPr lang="en-GB" sz="1200" b="0" i="0" u="none" strike="noStrike" kern="1200" dirty="0" err="1">
                <a:solidFill>
                  <a:schemeClr val="tx1"/>
                </a:solidFill>
                <a:effectLst/>
                <a:latin typeface="+mn-lt"/>
                <a:ea typeface="+mn-ea"/>
                <a:cs typeface="+mn-cs"/>
              </a:rPr>
              <a:t>watch?v</a:t>
            </a:r>
            <a:r>
              <a:rPr lang="en-GB" sz="1200" b="0" i="0" u="none" strike="noStrike" kern="1200" dirty="0">
                <a:solidFill>
                  <a:schemeClr val="tx1"/>
                </a:solidFill>
                <a:effectLst/>
                <a:latin typeface="+mn-lt"/>
                <a:ea typeface="+mn-ea"/>
                <a:cs typeface="+mn-cs"/>
              </a:rPr>
              <a:t>=</a:t>
            </a:r>
            <a:r>
              <a:rPr lang="en-GB" sz="1200" b="0" i="0" u="none" strike="noStrike" kern="1200" dirty="0" err="1">
                <a:solidFill>
                  <a:schemeClr val="tx1"/>
                </a:solidFill>
                <a:effectLst/>
                <a:latin typeface="+mn-lt"/>
                <a:ea typeface="+mn-ea"/>
                <a:cs typeface="+mn-cs"/>
              </a:rPr>
              <a:t>fNk_zzaMoSs</a:t>
            </a:r>
            <a:endParaRPr lang="en-GB"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u="none" strike="noStrike"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5</a:t>
            </a:fld>
            <a:endParaRPr lang="en-GB"/>
          </a:p>
        </p:txBody>
      </p:sp>
    </p:spTree>
    <p:extLst>
      <p:ext uri="{BB962C8B-B14F-4D97-AF65-F5344CB8AC3E}">
        <p14:creationId xmlns:p14="http://schemas.microsoft.com/office/powerpoint/2010/main" val="266283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solidFill>
                      <a:srgbClr val="FF0000"/>
                    </a:solidFill>
                  </a:rPr>
                  <a:t>We can intuitively consider a vector as a 1-dimensional array or a list of elements.</a:t>
                </a:r>
              </a:p>
              <a:p>
                <a:r>
                  <a:rPr lang="en-GB" dirty="0">
                    <a:solidFill>
                      <a:srgbClr val="FF0000"/>
                    </a:solidFill>
                  </a:rPr>
                  <a:t>The dot product of two vectors is the sum of pair-wise products of the vectors.</a:t>
                </a:r>
              </a:p>
              <a:p>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oMath>
                </a14:m>
                <a:r>
                  <a:rPr lang="en-GB" dirty="0">
                    <a:solidFill>
                      <a:srgbClr val="FF0000"/>
                    </a:solidFill>
                  </a:rPr>
                  <a:t> is often</a:t>
                </a:r>
                <a:r>
                  <a:rPr lang="en-GB" baseline="0" dirty="0">
                    <a:solidFill>
                      <a:srgbClr val="FF0000"/>
                    </a:solidFill>
                  </a:rPr>
                  <a:t> called bias, i.e. given the values of all variables, multiplied by their weights, how much do we want to increase or decrease the sum of their weighted values. As the value of </a:t>
                </a:r>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oMath>
                </a14:m>
                <a:r>
                  <a:rPr lang="en-GB" dirty="0">
                    <a:solidFill>
                      <a:srgbClr val="FF0000"/>
                    </a:solidFill>
                  </a:rPr>
                  <a:t> is completely independent of</a:t>
                </a:r>
                <a:r>
                  <a:rPr lang="en-GB" baseline="0" dirty="0">
                    <a:solidFill>
                      <a:srgbClr val="FF0000"/>
                    </a:solidFill>
                  </a:rPr>
                  <a:t> all the variables, it’s subjective rather than objective to the data, therefore it’s a kind of bias.</a:t>
                </a:r>
                <a:endParaRPr lang="en-GB" dirty="0">
                  <a:solidFill>
                    <a:srgbClr val="FF0000"/>
                  </a:solidFill>
                </a:endParaRPr>
              </a:p>
            </p:txBody>
          </p:sp>
        </mc:Choice>
        <mc:Fallback xmlns="">
          <p:sp>
            <p:nvSpPr>
              <p:cNvPr id="3" name="Notes Placeholder 2"/>
              <p:cNvSpPr>
                <a:spLocks noGrp="1"/>
              </p:cNvSpPr>
              <p:nvPr>
                <p:ph type="body" idx="1"/>
              </p:nvPr>
            </p:nvSpPr>
            <p:spPr/>
            <p:txBody>
              <a:bodyPr/>
              <a:lstStyle/>
              <a:p>
                <a:r>
                  <a:rPr lang="en-GB" dirty="0">
                    <a:solidFill>
                      <a:srgbClr val="FF0000"/>
                    </a:solidFill>
                  </a:rPr>
                  <a:t>We can intuitively consider a vector as a 1-dimensional array or a list of elements.</a:t>
                </a:r>
              </a:p>
              <a:p>
                <a:r>
                  <a:rPr lang="en-GB" dirty="0">
                    <a:solidFill>
                      <a:srgbClr val="FF0000"/>
                    </a:solidFill>
                  </a:rPr>
                  <a:t>The dot product of two vectors is the sum of pair-wise products of the vectors.</a:t>
                </a:r>
              </a:p>
              <a:p>
                <a:pPr/>
                <a:r>
                  <a:rPr lang="en-GB" i="0">
                    <a:latin typeface="Cambria Math" panose="02040503050406030204" pitchFamily="18" charset="0"/>
                    <a:ea typeface="Cambria Math" panose="02040503050406030204" pitchFamily="18" charset="0"/>
                  </a:rPr>
                  <a:t>𝜃_</a:t>
                </a:r>
                <a:r>
                  <a:rPr lang="en-GB" i="0">
                    <a:latin typeface="Cambria Math" panose="02040503050406030204" pitchFamily="18" charset="0"/>
                  </a:rPr>
                  <a:t>0</a:t>
                </a:r>
                <a:r>
                  <a:rPr lang="en-GB" dirty="0">
                    <a:solidFill>
                      <a:srgbClr val="FF0000"/>
                    </a:solidFill>
                  </a:rPr>
                  <a:t> is often</a:t>
                </a:r>
                <a:r>
                  <a:rPr lang="en-GB" baseline="0" dirty="0">
                    <a:solidFill>
                      <a:srgbClr val="FF0000"/>
                    </a:solidFill>
                  </a:rPr>
                  <a:t> called bias, i.e. given the values of all variables, multiplied by their weights, how much do we want to increase or decrease the sum of their weighted values. As the value of </a:t>
                </a:r>
                <a:r>
                  <a:rPr lang="en-GB" i="0">
                    <a:latin typeface="Cambria Math" panose="02040503050406030204" pitchFamily="18" charset="0"/>
                    <a:ea typeface="Cambria Math" panose="02040503050406030204" pitchFamily="18" charset="0"/>
                  </a:rPr>
                  <a:t>𝜃_</a:t>
                </a:r>
                <a:r>
                  <a:rPr lang="en-GB" i="0">
                    <a:latin typeface="Cambria Math" panose="02040503050406030204" pitchFamily="18" charset="0"/>
                  </a:rPr>
                  <a:t>0</a:t>
                </a:r>
                <a:r>
                  <a:rPr lang="en-GB" dirty="0">
                    <a:solidFill>
                      <a:srgbClr val="FF0000"/>
                    </a:solidFill>
                  </a:rPr>
                  <a:t> is completely independent of</a:t>
                </a:r>
                <a:r>
                  <a:rPr lang="en-GB" baseline="0" dirty="0">
                    <a:solidFill>
                      <a:srgbClr val="FF0000"/>
                    </a:solidFill>
                  </a:rPr>
                  <a:t> all the variables, it’s subjective rather than objective to the data, therefore it’s a kind of bias.</a:t>
                </a:r>
                <a:endParaRPr lang="en-GB" dirty="0">
                  <a:solidFill>
                    <a:srgbClr val="FF0000"/>
                  </a:solidFill>
                </a:endParaRPr>
              </a:p>
            </p:txBody>
          </p:sp>
        </mc:Fallback>
      </mc:AlternateContent>
      <p:sp>
        <p:nvSpPr>
          <p:cNvPr id="4" name="Slide Number Placeholder 3"/>
          <p:cNvSpPr>
            <a:spLocks noGrp="1"/>
          </p:cNvSpPr>
          <p:nvPr>
            <p:ph type="sldNum" sz="quarter" idx="5"/>
          </p:nvPr>
        </p:nvSpPr>
        <p:spPr/>
        <p:txBody>
          <a:bodyPr/>
          <a:lstStyle/>
          <a:p>
            <a:fld id="{33ED0C68-333E-A945-8203-222F70E82FF7}" type="slidenum">
              <a:rPr lang="en-GB" smtClean="0"/>
              <a:t>6</a:t>
            </a:fld>
            <a:endParaRPr lang="en-GB"/>
          </a:p>
        </p:txBody>
      </p:sp>
    </p:spTree>
    <p:extLst>
      <p:ext uri="{BB962C8B-B14F-4D97-AF65-F5344CB8AC3E}">
        <p14:creationId xmlns:p14="http://schemas.microsoft.com/office/powerpoint/2010/main" val="3233181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We often use a matrix to represent a set of vectors as we often have a set of training examples and multiple sets of parameters.</a:t>
                </a:r>
              </a:p>
              <a:p>
                <a:r>
                  <a:rPr lang="en-GB" dirty="0"/>
                  <a:t>When we have multiple models, i.e. multiple sets of parameters, we have multiple columns in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so also</a:t>
                </a:r>
                <a:r>
                  <a:rPr lang="en-GB" baseline="0" dirty="0"/>
                  <a:t> have multiple columns in </a:t>
                </a:r>
                <a14:m>
                  <m:oMath xmlns:m="http://schemas.openxmlformats.org/officeDocument/2006/math">
                    <m:r>
                      <a:rPr lang="en-GB" b="0" i="1" baseline="0" smtClean="0">
                        <a:latin typeface="Cambria Math" panose="02040503050406030204" pitchFamily="18" charset="0"/>
                      </a:rPr>
                      <m:t>𝑦</m:t>
                    </m:r>
                  </m:oMath>
                </a14:m>
                <a:r>
                  <a:rPr lang="en-GB" dirty="0"/>
                  <a:t> that represent the predictions made</a:t>
                </a:r>
                <a:r>
                  <a:rPr lang="en-GB" baseline="0" dirty="0"/>
                  <a:t> by multiple models on multiple training examples. But we typically work on a model with a set of parameters at a time. </a:t>
                </a:r>
              </a:p>
              <a:p>
                <a:r>
                  <a:rPr lang="en-GB" baseline="0" dirty="0"/>
                  <a:t>Note these are the data structures that we use in </a:t>
                </a:r>
                <a:r>
                  <a:rPr lang="en-GB" baseline="0" dirty="0" err="1"/>
                  <a:t>sklearn</a:t>
                </a:r>
                <a:r>
                  <a:rPr lang="en-GB" baseline="0" dirty="0"/>
                  <a:t> when we use them with an ML algorithm.</a:t>
                </a:r>
              </a:p>
              <a:p>
                <a:endParaRPr lang="en-GB" dirty="0"/>
              </a:p>
            </p:txBody>
          </p:sp>
        </mc:Choice>
        <mc:Fallback xmlns="">
          <p:sp>
            <p:nvSpPr>
              <p:cNvPr id="3" name="Notes Placeholder 2"/>
              <p:cNvSpPr>
                <a:spLocks noGrp="1"/>
              </p:cNvSpPr>
              <p:nvPr>
                <p:ph type="body" idx="1"/>
              </p:nvPr>
            </p:nvSpPr>
            <p:spPr/>
            <p:txBody>
              <a:bodyPr/>
              <a:lstStyle/>
              <a:p>
                <a:r>
                  <a:rPr lang="en-GB" dirty="0"/>
                  <a:t>When we have multiple models, we have multiple columns in </a:t>
                </a:r>
                <a:r>
                  <a:rPr lang="en-GB" i="0">
                    <a:latin typeface="Cambria Math" panose="02040503050406030204" pitchFamily="18" charset="0"/>
                    <a:ea typeface="Cambria Math" panose="02040503050406030204" pitchFamily="18" charset="0"/>
                  </a:rPr>
                  <a:t>𝜃</a:t>
                </a:r>
                <a:r>
                  <a:rPr lang="en-GB" dirty="0"/>
                  <a:t> so also</a:t>
                </a:r>
                <a:r>
                  <a:rPr lang="en-GB" baseline="0" dirty="0"/>
                  <a:t> have multiple columns in </a:t>
                </a:r>
                <a:r>
                  <a:rPr lang="en-GB" b="0" i="0" baseline="0">
                    <a:latin typeface="Cambria Math" panose="02040503050406030204" pitchFamily="18" charset="0"/>
                  </a:rPr>
                  <a:t>𝑦</a:t>
                </a:r>
                <a:r>
                  <a:rPr lang="en-GB" dirty="0"/>
                  <a:t> that represent the predictions made</a:t>
                </a:r>
                <a:r>
                  <a:rPr lang="en-GB" baseline="0" dirty="0"/>
                  <a:t> by multiple models on multiple training examples.</a:t>
                </a:r>
                <a:endParaRPr lang="en-GB" dirty="0"/>
              </a:p>
            </p:txBody>
          </p:sp>
        </mc:Fallback>
      </mc:AlternateContent>
      <p:sp>
        <p:nvSpPr>
          <p:cNvPr id="4" name="Slide Number Placeholder 3"/>
          <p:cNvSpPr>
            <a:spLocks noGrp="1"/>
          </p:cNvSpPr>
          <p:nvPr>
            <p:ph type="sldNum" sz="quarter" idx="5"/>
          </p:nvPr>
        </p:nvSpPr>
        <p:spPr/>
        <p:txBody>
          <a:bodyPr/>
          <a:lstStyle/>
          <a:p>
            <a:fld id="{33ED0C68-333E-A945-8203-222F70E82FF7}" type="slidenum">
              <a:rPr lang="en-GB" smtClean="0"/>
              <a:t>7</a:t>
            </a:fld>
            <a:endParaRPr lang="en-GB"/>
          </a:p>
        </p:txBody>
      </p:sp>
    </p:spTree>
    <p:extLst>
      <p:ext uri="{BB962C8B-B14F-4D97-AF65-F5344CB8AC3E}">
        <p14:creationId xmlns:p14="http://schemas.microsoft.com/office/powerpoint/2010/main" val="1057340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left"/>
                    </m:oMathParaPr>
                    <m:oMath xmlns:m="http://schemas.openxmlformats.org/officeDocument/2006/math">
                      <m:d>
                        <m:dPr>
                          <m:ctrlPr>
                            <a:rPr lang="en-GB" b="0" i="1" smtClean="0">
                              <a:latin typeface="Cambria Math" panose="02040503050406030204" pitchFamily="18" charset="0"/>
                            </a:rPr>
                          </m:ctrlPr>
                        </m:dPr>
                        <m:e>
                          <m:r>
                            <a:rPr lang="en-GB" b="0" i="1" smtClean="0">
                              <a:latin typeface="Cambria Math" panose="02040503050406030204" pitchFamily="18" charset="0"/>
                            </a:rPr>
                            <m:t>1, 2, 3</m:t>
                          </m:r>
                        </m:e>
                      </m:d>
                      <m:r>
                        <a:rPr lang="en-GB" b="0" i="1" smtClean="0">
                          <a:latin typeface="Cambria Math" panose="02040503050406030204" pitchFamily="18" charset="0"/>
                          <a:ea typeface="Cambria Math" panose="02040503050406030204" pitchFamily="18" charset="0"/>
                        </a:rPr>
                        <m:t>∙</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7, 9, 11</m:t>
                          </m:r>
                        </m:e>
                      </m:d>
                      <m:r>
                        <a:rPr lang="en-GB" b="0" i="1" smtClean="0">
                          <a:latin typeface="Cambria Math" panose="02040503050406030204" pitchFamily="18" charset="0"/>
                          <a:ea typeface="Cambria Math" panose="02040503050406030204" pitchFamily="18" charset="0"/>
                        </a:rPr>
                        <m:t>=1×7+2×9+3×11=58</m:t>
                      </m:r>
                    </m:oMath>
                  </m:oMathPara>
                </a14:m>
                <a:endParaRPr lang="en-GB" dirty="0"/>
              </a:p>
            </p:txBody>
          </p:sp>
        </mc:Choice>
        <mc:Fallback xmlns="">
          <p:sp>
            <p:nvSpPr>
              <p:cNvPr id="3" name="Notes Placeholder 2"/>
              <p:cNvSpPr>
                <a:spLocks noGrp="1"/>
              </p:cNvSpPr>
              <p:nvPr>
                <p:ph type="body" idx="1"/>
              </p:nvPr>
            </p:nvSpPr>
            <p:spPr/>
            <p:txBody>
              <a:bodyPr/>
              <a:lstStyle/>
              <a:p>
                <a:pPr/>
                <a:r>
                  <a:rPr lang="en-GB" b="0" i="0">
                    <a:latin typeface="Cambria Math" panose="02040503050406030204" pitchFamily="18" charset="0"/>
                  </a:rPr>
                  <a:t>(1, 2, 3)</a:t>
                </a:r>
                <a:r>
                  <a:rPr lang="en-GB" b="0" i="0">
                    <a:latin typeface="Cambria Math" panose="02040503050406030204" pitchFamily="18" charset="0"/>
                    <a:ea typeface="Cambria Math" panose="02040503050406030204" pitchFamily="18" charset="0"/>
                  </a:rPr>
                  <a:t>∙(7, 9, 11)=1×7+2×9+3×11=58</a:t>
                </a:r>
                <a:endParaRPr lang="en-GB" dirty="0"/>
              </a:p>
            </p:txBody>
          </p:sp>
        </mc:Fallback>
      </mc:AlternateContent>
      <p:sp>
        <p:nvSpPr>
          <p:cNvPr id="4" name="Slide Number Placeholder 3"/>
          <p:cNvSpPr>
            <a:spLocks noGrp="1"/>
          </p:cNvSpPr>
          <p:nvPr>
            <p:ph type="sldNum" sz="quarter" idx="5"/>
          </p:nvPr>
        </p:nvSpPr>
        <p:spPr/>
        <p:txBody>
          <a:bodyPr/>
          <a:lstStyle/>
          <a:p>
            <a:fld id="{33ED0C68-333E-A945-8203-222F70E82FF7}" type="slidenum">
              <a:rPr lang="en-GB" smtClean="0"/>
              <a:t>8</a:t>
            </a:fld>
            <a:endParaRPr lang="en-GB"/>
          </a:p>
        </p:txBody>
      </p:sp>
    </p:spTree>
    <p:extLst>
      <p:ext uri="{BB962C8B-B14F-4D97-AF65-F5344CB8AC3E}">
        <p14:creationId xmlns:p14="http://schemas.microsoft.com/office/powerpoint/2010/main" val="3604464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Note y hat is also a matrix of one column.</a:t>
                </a:r>
              </a:p>
            </p:txBody>
          </p:sp>
        </mc:Choice>
        <mc:Fallback xmlns="">
          <p:sp>
            <p:nvSpPr>
              <p:cNvPr id="3" name="Notes Placeholder 2"/>
              <p:cNvSpPr>
                <a:spLocks noGrp="1"/>
              </p:cNvSpPr>
              <p:nvPr>
                <p:ph type="body" idx="1"/>
              </p:nvPr>
            </p:nvSpPr>
            <p:spPr/>
            <p:txBody>
              <a:bodyPr/>
              <a:lstStyle/>
              <a:p>
                <a:r>
                  <a:rPr lang="en-GB" dirty="0"/>
                  <a:t>Using square error corresponds to a Gaussian.</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can also use </a:t>
                </a:r>
                <a:r>
                  <a:rPr lang="en-GB" b="0" i="0">
                    <a:latin typeface="Cambria Math" panose="02040503050406030204" pitchFamily="18" charset="0"/>
                  </a:rPr>
                  <a:t>𝑦 ̂</a:t>
                </a:r>
                <a:r>
                  <a:rPr lang="en-GB" dirty="0"/>
                  <a:t> to represent the predicted values.</a:t>
                </a:r>
              </a:p>
              <a:p>
                <a:endParaRPr lang="en-GB" dirty="0"/>
              </a:p>
            </p:txBody>
          </p:sp>
        </mc:Fallback>
      </mc:AlternateContent>
      <p:sp>
        <p:nvSpPr>
          <p:cNvPr id="4" name="Slide Number Placeholder 3"/>
          <p:cNvSpPr>
            <a:spLocks noGrp="1"/>
          </p:cNvSpPr>
          <p:nvPr>
            <p:ph type="sldNum" sz="quarter" idx="5"/>
          </p:nvPr>
        </p:nvSpPr>
        <p:spPr/>
        <p:txBody>
          <a:bodyPr/>
          <a:lstStyle/>
          <a:p>
            <a:fld id="{33ED0C68-333E-A945-8203-222F70E82FF7}" type="slidenum">
              <a:rPr lang="en-GB" smtClean="0"/>
              <a:t>9</a:t>
            </a:fld>
            <a:endParaRPr lang="en-GB"/>
          </a:p>
        </p:txBody>
      </p:sp>
    </p:spTree>
    <p:extLst>
      <p:ext uri="{BB962C8B-B14F-4D97-AF65-F5344CB8AC3E}">
        <p14:creationId xmlns:p14="http://schemas.microsoft.com/office/powerpoint/2010/main" val="3968346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Using square error corresponds to a Gaussian.</a:t>
                </a:r>
              </a:p>
              <a:p>
                <a:r>
                  <a:rPr lang="en-GB" dirty="0"/>
                  <a:t>Q: Why do we need to divide by </a:t>
                </a:r>
                <a14:m>
                  <m:oMath xmlns:m="http://schemas.openxmlformats.org/officeDocument/2006/math">
                    <m:r>
                      <a:rPr lang="en-GB" b="0" i="1" smtClean="0">
                        <a:latin typeface="Cambria Math" panose="02040503050406030204" pitchFamily="18" charset="0"/>
                      </a:rPr>
                      <m:t>𝑚</m:t>
                    </m:r>
                  </m:oMath>
                </a14:m>
                <a:r>
                  <a:rPr lang="en-GB" dirty="0"/>
                  <a:t>, the number of examples?</a:t>
                </a:r>
              </a:p>
              <a:p>
                <a:r>
                  <a:rPr lang="en-GB" dirty="0"/>
                  <a:t>The following is from Google AI Overview:</a:t>
                </a:r>
              </a:p>
              <a:p>
                <a:pPr algn="l">
                  <a:lnSpc>
                    <a:spcPts val="1800"/>
                  </a:lnSpc>
                  <a:spcAft>
                    <a:spcPts val="750"/>
                  </a:spcAft>
                </a:pPr>
                <a:r>
                  <a:rPr lang="en-GB" b="0" i="0" dirty="0">
                    <a:solidFill>
                      <a:srgbClr val="001D35"/>
                    </a:solidFill>
                    <a:effectLst/>
                    <a:latin typeface="Google Sans"/>
                  </a:rPr>
                  <a:t>Squared error is used in statistics and regression analysis for a number of reasons, including:</a:t>
                </a:r>
              </a:p>
              <a:p>
                <a:pPr algn="l">
                  <a:lnSpc>
                    <a:spcPts val="1650"/>
                  </a:lnSpc>
                  <a:spcBef>
                    <a:spcPts val="750"/>
                  </a:spcBef>
                  <a:spcAft>
                    <a:spcPts val="600"/>
                  </a:spcAft>
                  <a:buFont typeface="Arial" panose="020B0604020202020204" pitchFamily="34" charset="0"/>
                  <a:buChar char="•"/>
                </a:pPr>
                <a:r>
                  <a:rPr lang="en-GB" b="1" i="0" dirty="0">
                    <a:solidFill>
                      <a:srgbClr val="001D35"/>
                    </a:solidFill>
                    <a:effectLst/>
                    <a:latin typeface="Google Sans"/>
                  </a:rPr>
                  <a:t>Equalizes positive and negative errors</a:t>
                </a:r>
                <a:endParaRPr lang="en-GB"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GB" b="0" i="0" dirty="0">
                    <a:solidFill>
                      <a:srgbClr val="001D35"/>
                    </a:solidFill>
                    <a:effectLst/>
                    <a:latin typeface="Google Sans"/>
                  </a:rPr>
                  <a:t>Squaring the error value makes all values positive, which treats positive and negative errors equally. </a:t>
                </a:r>
              </a:p>
              <a:p>
                <a:pPr algn="l">
                  <a:lnSpc>
                    <a:spcPts val="1650"/>
                  </a:lnSpc>
                  <a:spcBef>
                    <a:spcPts val="750"/>
                  </a:spcBef>
                  <a:spcAft>
                    <a:spcPts val="600"/>
                  </a:spcAft>
                  <a:buFont typeface="Arial" panose="020B0604020202020204" pitchFamily="34" charset="0"/>
                  <a:buChar char="•"/>
                </a:pPr>
                <a:r>
                  <a:rPr lang="en-GB" b="1" i="0" dirty="0">
                    <a:solidFill>
                      <a:srgbClr val="001D35"/>
                    </a:solidFill>
                    <a:effectLst/>
                    <a:latin typeface="Google Sans"/>
                  </a:rPr>
                  <a:t>Prevents cancellation of errors</a:t>
                </a:r>
                <a:endParaRPr lang="en-GB"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GB" b="0" i="0" dirty="0">
                    <a:solidFill>
                      <a:srgbClr val="001D35"/>
                    </a:solidFill>
                    <a:effectLst/>
                    <a:latin typeface="Google Sans"/>
                  </a:rPr>
                  <a:t>Squaring the error prevents positive and negative errors from cancelling each other out. </a:t>
                </a:r>
              </a:p>
              <a:p>
                <a:pPr algn="l">
                  <a:lnSpc>
                    <a:spcPts val="1650"/>
                  </a:lnSpc>
                  <a:spcBef>
                    <a:spcPts val="750"/>
                  </a:spcBef>
                  <a:spcAft>
                    <a:spcPts val="600"/>
                  </a:spcAft>
                  <a:buFont typeface="Arial" panose="020B0604020202020204" pitchFamily="34" charset="0"/>
                  <a:buChar char="•"/>
                </a:pPr>
                <a:r>
                  <a:rPr lang="en-GB" b="1" i="0" dirty="0">
                    <a:solidFill>
                      <a:srgbClr val="001D35"/>
                    </a:solidFill>
                    <a:effectLst/>
                    <a:latin typeface="Google Sans"/>
                  </a:rPr>
                  <a:t>Increases impact of larger errors</a:t>
                </a:r>
                <a:endParaRPr lang="en-GB"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GB" b="0" i="0" dirty="0">
                    <a:solidFill>
                      <a:srgbClr val="001D35"/>
                    </a:solidFill>
                    <a:effectLst/>
                    <a:latin typeface="Google Sans"/>
                  </a:rPr>
                  <a:t>Squaring the error increases the impact of larger errors, which is useful when the goal is to have a model with smaller errors. </a:t>
                </a:r>
              </a:p>
              <a:p>
                <a:pPr algn="l">
                  <a:lnSpc>
                    <a:spcPts val="1650"/>
                  </a:lnSpc>
                  <a:spcBef>
                    <a:spcPts val="750"/>
                  </a:spcBef>
                  <a:spcAft>
                    <a:spcPts val="600"/>
                  </a:spcAft>
                  <a:buFont typeface="Arial" panose="020B0604020202020204" pitchFamily="34" charset="0"/>
                  <a:buChar char="•"/>
                </a:pPr>
                <a:r>
                  <a:rPr lang="en-GB" b="1" i="0" dirty="0">
                    <a:solidFill>
                      <a:srgbClr val="001D35"/>
                    </a:solidFill>
                    <a:effectLst/>
                    <a:latin typeface="Google Sans"/>
                  </a:rPr>
                  <a:t>Graphically represents a parabola</a:t>
                </a:r>
                <a:endParaRPr lang="en-GB" b="0" i="0" dirty="0">
                  <a:solidFill>
                    <a:srgbClr val="001D35"/>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GB" b="0" i="0" dirty="0">
                    <a:solidFill>
                      <a:srgbClr val="001D35"/>
                    </a:solidFill>
                    <a:effectLst/>
                    <a:latin typeface="Google Sans"/>
                  </a:rPr>
                  <a:t>When plotted in a graph, squared errors form a 3-D parabola, with the smallest squared error at the optimal values of m and b. </a:t>
                </a:r>
              </a:p>
              <a:p>
                <a:pPr algn="l">
                  <a:lnSpc>
                    <a:spcPts val="1650"/>
                  </a:lnSpc>
                  <a:spcBef>
                    <a:spcPts val="750"/>
                  </a:spcBef>
                  <a:spcAft>
                    <a:spcPts val="1500"/>
                  </a:spcAft>
                  <a:buFont typeface="Arial" panose="020B0604020202020204" pitchFamily="34" charset="0"/>
                  <a:buChar char="•"/>
                </a:pPr>
                <a:r>
                  <a:rPr lang="en-GB" b="1" i="0" dirty="0">
                    <a:solidFill>
                      <a:srgbClr val="001D35"/>
                    </a:solidFill>
                    <a:effectLst/>
                    <a:latin typeface="Google Sans"/>
                  </a:rPr>
                  <a:t>Converges faster</a:t>
                </a:r>
                <a:endParaRPr lang="en-GB" b="0" i="0" dirty="0">
                  <a:solidFill>
                    <a:srgbClr val="001D35"/>
                  </a:solidFill>
                  <a:effectLst/>
                  <a:latin typeface="Google Sans"/>
                </a:endParaRPr>
              </a:p>
              <a:p>
                <a:pPr algn="l">
                  <a:lnSpc>
                    <a:spcPts val="1650"/>
                  </a:lnSpc>
                  <a:spcBef>
                    <a:spcPts val="750"/>
                  </a:spcBef>
                  <a:spcAft>
                    <a:spcPts val="1500"/>
                  </a:spcAft>
                  <a:buFont typeface="Arial" panose="020B0604020202020204" pitchFamily="34" charset="0"/>
                  <a:buChar char="•"/>
                </a:pPr>
                <a:r>
                  <a:rPr lang="en-GB" b="0" i="0" dirty="0">
                    <a:solidFill>
                      <a:srgbClr val="001D35"/>
                    </a:solidFill>
                    <a:effectLst/>
                    <a:latin typeface="Google Sans"/>
                  </a:rPr>
                  <a:t>Squared error converges faster than other loss functions, especially when the error values are small and consistent</a:t>
                </a:r>
              </a:p>
              <a:p>
                <a:endParaRPr lang="en-GB" dirty="0"/>
              </a:p>
            </p:txBody>
          </p:sp>
        </mc:Choice>
        <mc:Fallback xmlns="">
          <p:sp>
            <p:nvSpPr>
              <p:cNvPr id="3" name="Notes Placeholder 2"/>
              <p:cNvSpPr>
                <a:spLocks noGrp="1"/>
              </p:cNvSpPr>
              <p:nvPr>
                <p:ph type="body" idx="1"/>
              </p:nvPr>
            </p:nvSpPr>
            <p:spPr/>
            <p:txBody>
              <a:bodyPr/>
              <a:lstStyle/>
              <a:p>
                <a:r>
                  <a:rPr lang="en-GB" dirty="0"/>
                  <a:t>Using square error corresponds to a Gaussian.</a:t>
                </a:r>
              </a:p>
              <a:p>
                <a:endParaRPr lang="en-GB" dirty="0"/>
              </a:p>
              <a:p>
                <a:r>
                  <a:rPr lang="en-GB" dirty="0"/>
                  <a:t>Why do we need to divide by </a:t>
                </a:r>
                <a:r>
                  <a:rPr lang="en-GB" b="0" i="0">
                    <a:latin typeface="Cambria Math" panose="02040503050406030204" pitchFamily="18" charset="0"/>
                  </a:rPr>
                  <a:t>𝑚</a:t>
                </a:r>
                <a:r>
                  <a:rPr lang="en-GB" dirty="0"/>
                  <a:t>, the number of examples?</a:t>
                </a:r>
              </a:p>
            </p:txBody>
          </p:sp>
        </mc:Fallback>
      </mc:AlternateContent>
      <p:sp>
        <p:nvSpPr>
          <p:cNvPr id="4" name="Slide Number Placeholder 3"/>
          <p:cNvSpPr>
            <a:spLocks noGrp="1"/>
          </p:cNvSpPr>
          <p:nvPr>
            <p:ph type="sldNum" sz="quarter" idx="5"/>
          </p:nvPr>
        </p:nvSpPr>
        <p:spPr/>
        <p:txBody>
          <a:bodyPr/>
          <a:lstStyle/>
          <a:p>
            <a:fld id="{33ED0C68-333E-A945-8203-222F70E82FF7}" type="slidenum">
              <a:rPr lang="en-GB" smtClean="0"/>
              <a:t>10</a:t>
            </a:fld>
            <a:endParaRPr lang="en-GB"/>
          </a:p>
        </p:txBody>
      </p:sp>
    </p:spTree>
    <p:extLst>
      <p:ext uri="{BB962C8B-B14F-4D97-AF65-F5344CB8AC3E}">
        <p14:creationId xmlns:p14="http://schemas.microsoft.com/office/powerpoint/2010/main" val="888766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11</a:t>
            </a:fld>
            <a:endParaRPr lang="en-GB"/>
          </a:p>
        </p:txBody>
      </p:sp>
    </p:spTree>
    <p:extLst>
      <p:ext uri="{BB962C8B-B14F-4D97-AF65-F5344CB8AC3E}">
        <p14:creationId xmlns:p14="http://schemas.microsoft.com/office/powerpoint/2010/main" val="1815226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ED0C68-333E-A945-8203-222F70E82FF7}" type="slidenum">
              <a:rPr lang="en-GB" smtClean="0"/>
              <a:t>12</a:t>
            </a:fld>
            <a:endParaRPr lang="en-GB"/>
          </a:p>
        </p:txBody>
      </p:sp>
    </p:spTree>
    <p:extLst>
      <p:ext uri="{BB962C8B-B14F-4D97-AF65-F5344CB8AC3E}">
        <p14:creationId xmlns:p14="http://schemas.microsoft.com/office/powerpoint/2010/main" val="1662419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99FE-8133-E50A-809F-2CCF3154C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CBBCE-F428-12D0-0020-DFA126013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A4F59-4FAA-0C76-DD44-038CFBC078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0217238-A8AC-170F-D480-93CE03A4DBAD}"/>
              </a:ext>
            </a:extLst>
          </p:cNvPr>
          <p:cNvSpPr>
            <a:spLocks noGrp="1"/>
          </p:cNvSpPr>
          <p:nvPr>
            <p:ph type="sldNum" sz="quarter" idx="5"/>
          </p:nvPr>
        </p:nvSpPr>
        <p:spPr/>
        <p:txBody>
          <a:bodyPr/>
          <a:lstStyle/>
          <a:p>
            <a:fld id="{33ED0C68-333E-A945-8203-222F70E82FF7}" type="slidenum">
              <a:rPr lang="en-GB" smtClean="0"/>
              <a:t>13</a:t>
            </a:fld>
            <a:endParaRPr lang="en-GB"/>
          </a:p>
        </p:txBody>
      </p:sp>
    </p:spTree>
    <p:extLst>
      <p:ext uri="{BB962C8B-B14F-4D97-AF65-F5344CB8AC3E}">
        <p14:creationId xmlns:p14="http://schemas.microsoft.com/office/powerpoint/2010/main" val="3475668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7D00-0FA0-7670-1CE5-B9F647E38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35FD8-81DF-BEBD-47A1-BE2876E38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D2118-491B-89D2-3916-77F6BF8C133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C2DF307-B35D-682A-A426-CA36D68556A2}"/>
              </a:ext>
            </a:extLst>
          </p:cNvPr>
          <p:cNvSpPr>
            <a:spLocks noGrp="1"/>
          </p:cNvSpPr>
          <p:nvPr>
            <p:ph type="sldNum" sz="quarter" idx="5"/>
          </p:nvPr>
        </p:nvSpPr>
        <p:spPr/>
        <p:txBody>
          <a:bodyPr/>
          <a:lstStyle/>
          <a:p>
            <a:fld id="{33ED0C68-333E-A945-8203-222F70E82FF7}" type="slidenum">
              <a:rPr lang="en-GB" smtClean="0"/>
              <a:t>14</a:t>
            </a:fld>
            <a:endParaRPr lang="en-GB"/>
          </a:p>
        </p:txBody>
      </p:sp>
    </p:spTree>
    <p:extLst>
      <p:ext uri="{BB962C8B-B14F-4D97-AF65-F5344CB8AC3E}">
        <p14:creationId xmlns:p14="http://schemas.microsoft.com/office/powerpoint/2010/main" val="3592035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517F3-613B-A629-982F-6BDE618AB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B37D0-C2FF-4E30-89B9-E3B54E7BD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2FFE9-7520-88D4-591B-ADBC187C4654}"/>
              </a:ext>
            </a:extLst>
          </p:cNvPr>
          <p:cNvSpPr>
            <a:spLocks noGrp="1"/>
          </p:cNvSpPr>
          <p:nvPr>
            <p:ph type="body" idx="1"/>
          </p:nvPr>
        </p:nvSpPr>
        <p:spPr/>
        <p:txBody>
          <a:bodyPr/>
          <a:lstStyle/>
          <a:p>
            <a:r>
              <a:rPr lang="en-GB" dirty="0"/>
              <a:t>Remember that a set of weights is a vector which has a magnitude and a direction.</a:t>
            </a:r>
          </a:p>
        </p:txBody>
      </p:sp>
      <p:sp>
        <p:nvSpPr>
          <p:cNvPr id="4" name="Slide Number Placeholder 3">
            <a:extLst>
              <a:ext uri="{FF2B5EF4-FFF2-40B4-BE49-F238E27FC236}">
                <a16:creationId xmlns:a16="http://schemas.microsoft.com/office/drawing/2014/main" id="{D8174B31-DA99-AC2F-6795-009E8DEDB000}"/>
              </a:ext>
            </a:extLst>
          </p:cNvPr>
          <p:cNvSpPr>
            <a:spLocks noGrp="1"/>
          </p:cNvSpPr>
          <p:nvPr>
            <p:ph type="sldNum" sz="quarter" idx="5"/>
          </p:nvPr>
        </p:nvSpPr>
        <p:spPr/>
        <p:txBody>
          <a:bodyPr/>
          <a:lstStyle/>
          <a:p>
            <a:fld id="{33ED0C68-333E-A945-8203-222F70E82FF7}" type="slidenum">
              <a:rPr lang="en-GB" smtClean="0"/>
              <a:t>15</a:t>
            </a:fld>
            <a:endParaRPr lang="en-GB"/>
          </a:p>
        </p:txBody>
      </p:sp>
    </p:spTree>
    <p:extLst>
      <p:ext uri="{BB962C8B-B14F-4D97-AF65-F5344CB8AC3E}">
        <p14:creationId xmlns:p14="http://schemas.microsoft.com/office/powerpoint/2010/main" val="1336603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334CF-5C74-0C5E-AD9B-493BA61D0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B373A-1A04-1965-CF9A-6EF12648CDF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E057878-BF02-BDFB-4637-6EF783D78DA3}"/>
                  </a:ext>
                </a:extLst>
              </p:cNvPr>
              <p:cNvSpPr>
                <a:spLocks noGrp="1"/>
              </p:cNvSpPr>
              <p:nvPr>
                <p:ph type="body" idx="1"/>
              </p:nvPr>
            </p:nvSpPr>
            <p:spPr/>
            <p:txBody>
              <a:bodyPr/>
              <a:lstStyle/>
              <a:p>
                <a:endParaRPr lang="en-GB" dirty="0"/>
              </a:p>
            </p:txBody>
          </p:sp>
        </mc:Choice>
        <mc:Fallback xmlns="">
          <p:sp>
            <p:nvSpPr>
              <p:cNvPr id="3" name="Notes Placeholder 2">
                <a:extLst>
                  <a:ext uri="{FF2B5EF4-FFF2-40B4-BE49-F238E27FC236}">
                    <a16:creationId xmlns:a16="http://schemas.microsoft.com/office/drawing/2014/main" id="{7E057878-BF02-BDFB-4637-6EF783D78DA3}"/>
                  </a:ext>
                </a:extLst>
              </p:cNvPr>
              <p:cNvSpPr>
                <a:spLocks noGrp="1"/>
              </p:cNvSpPr>
              <p:nvPr>
                <p:ph type="body" idx="1"/>
              </p:nvPr>
            </p:nvSpPr>
            <p:spPr/>
            <p:txBody>
              <a:bodyPr/>
              <a:lstStyle/>
              <a:p>
                <a:r>
                  <a:rPr lang="en-GB" dirty="0"/>
                  <a:t>Think of the learning rate as the</a:t>
                </a:r>
                <a:r>
                  <a:rPr lang="en-GB" baseline="0" dirty="0"/>
                  <a:t> distance</a:t>
                </a:r>
                <a:r>
                  <a:rPr lang="en-GB" dirty="0"/>
                  <a:t> of your walking per step, i.e. how far</a:t>
                </a:r>
                <a:r>
                  <a:rPr lang="en-GB" baseline="0" dirty="0"/>
                  <a:t> you walk in each step, </a:t>
                </a:r>
                <a:r>
                  <a:rPr lang="en-GB" dirty="0"/>
                  <a:t>and you are given the direction of the steepest decent in terms of east-west (</a:t>
                </a:r>
                <a:r>
                  <a:rPr lang="en-GB" i="0">
                    <a:latin typeface="Cambria Math" panose="02040503050406030204" pitchFamily="18" charset="0"/>
                    <a:ea typeface="Cambria Math" panose="02040503050406030204" pitchFamily="18" charset="0"/>
                  </a:rPr>
                  <a:t>𝜃_</a:t>
                </a:r>
                <a:r>
                  <a:rPr lang="en-GB" b="0" i="0">
                    <a:latin typeface="Cambria Math" panose="02040503050406030204" pitchFamily="18" charset="0"/>
                  </a:rPr>
                  <a:t>0</a:t>
                </a:r>
                <a:r>
                  <a:rPr lang="en-GB" dirty="0"/>
                  <a:t>), and north-south (</a:t>
                </a:r>
                <a:r>
                  <a:rPr lang="en-GB" i="0">
                    <a:latin typeface="Cambria Math" panose="02040503050406030204" pitchFamily="18" charset="0"/>
                    <a:ea typeface="Cambria Math" panose="02040503050406030204" pitchFamily="18" charset="0"/>
                  </a:rPr>
                  <a:t>𝜃_</a:t>
                </a:r>
                <a:r>
                  <a:rPr lang="en-GB" b="0" i="0">
                    <a:latin typeface="Cambria Math" panose="02040503050406030204" pitchFamily="18" charset="0"/>
                    <a:ea typeface="Cambria Math" panose="02040503050406030204" pitchFamily="18" charset="0"/>
                  </a:rPr>
                  <a:t>1</a:t>
                </a:r>
                <a:r>
                  <a:rPr lang="en-GB" dirty="0"/>
                  <a:t>) directions, you can work out where you are, say after 1 step of walking in </a:t>
                </a:r>
                <a:r>
                  <a:rPr lang="en-GB"/>
                  <a:t>the direction. </a:t>
                </a:r>
                <a:endParaRPr lang="en-GB" dirty="0"/>
              </a:p>
              <a:p>
                <a:r>
                  <a:rPr lang="en-GB" dirty="0"/>
                  <a:t>We don’t need to worry about how the formula for calculating the gradient is derived. </a:t>
                </a:r>
              </a:p>
            </p:txBody>
          </p:sp>
        </mc:Fallback>
      </mc:AlternateContent>
      <p:sp>
        <p:nvSpPr>
          <p:cNvPr id="4" name="Slide Number Placeholder 3">
            <a:extLst>
              <a:ext uri="{FF2B5EF4-FFF2-40B4-BE49-F238E27FC236}">
                <a16:creationId xmlns:a16="http://schemas.microsoft.com/office/drawing/2014/main" id="{762475E3-0B14-F9F5-52BD-2BE56B7FB659}"/>
              </a:ext>
            </a:extLst>
          </p:cNvPr>
          <p:cNvSpPr>
            <a:spLocks noGrp="1"/>
          </p:cNvSpPr>
          <p:nvPr>
            <p:ph type="sldNum" sz="quarter" idx="5"/>
          </p:nvPr>
        </p:nvSpPr>
        <p:spPr/>
        <p:txBody>
          <a:bodyPr/>
          <a:lstStyle/>
          <a:p>
            <a:fld id="{33ED0C68-333E-A945-8203-222F70E82FF7}" type="slidenum">
              <a:rPr lang="en-GB" smtClean="0"/>
              <a:t>16</a:t>
            </a:fld>
            <a:endParaRPr lang="en-GB"/>
          </a:p>
        </p:txBody>
      </p:sp>
    </p:spTree>
    <p:extLst>
      <p:ext uri="{BB962C8B-B14F-4D97-AF65-F5344CB8AC3E}">
        <p14:creationId xmlns:p14="http://schemas.microsoft.com/office/powerpoint/2010/main" val="3536641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17</a:t>
            </a:fld>
            <a:endParaRPr lang="en-GB"/>
          </a:p>
        </p:txBody>
      </p:sp>
    </p:spTree>
    <p:extLst>
      <p:ext uri="{BB962C8B-B14F-4D97-AF65-F5344CB8AC3E}">
        <p14:creationId xmlns:p14="http://schemas.microsoft.com/office/powerpoint/2010/main" val="3190035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Think of the learning rate as the</a:t>
                </a:r>
                <a:r>
                  <a:rPr lang="en-GB" baseline="0" dirty="0"/>
                  <a:t> distance</a:t>
                </a:r>
                <a:r>
                  <a:rPr lang="en-GB" dirty="0"/>
                  <a:t> of your walking per step, i.e. how far</a:t>
                </a:r>
                <a:r>
                  <a:rPr lang="en-GB" baseline="0" dirty="0"/>
                  <a:t> you walk in each step, </a:t>
                </a:r>
                <a:r>
                  <a:rPr lang="en-GB" dirty="0"/>
                  <a:t>and you are given the direction of the steepest decent in terms of east-west (</a:t>
                </a:r>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0</m:t>
                        </m:r>
                      </m:sub>
                    </m:sSub>
                  </m:oMath>
                </a14:m>
                <a:r>
                  <a:rPr lang="en-GB" dirty="0"/>
                  <a:t>), and north-south (</a:t>
                </a:r>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1</m:t>
                        </m:r>
                      </m:sub>
                    </m:sSub>
                  </m:oMath>
                </a14:m>
                <a:r>
                  <a:rPr lang="en-GB" dirty="0"/>
                  <a:t>) directions, you can work out where you are, say after 1 step of walking in </a:t>
                </a:r>
                <a:r>
                  <a:rPr lang="en-GB"/>
                  <a:t>the direction. </a:t>
                </a:r>
                <a:endParaRPr lang="en-GB" dirty="0"/>
              </a:p>
              <a:p>
                <a:r>
                  <a:rPr lang="en-GB" dirty="0"/>
                  <a:t>We don’t need to worry about how the formula for calculating the gradient is derived. </a:t>
                </a:r>
              </a:p>
            </p:txBody>
          </p:sp>
        </mc:Choice>
        <mc:Fallback xmlns="">
          <p:sp>
            <p:nvSpPr>
              <p:cNvPr id="3" name="Notes Placeholder 2"/>
              <p:cNvSpPr>
                <a:spLocks noGrp="1"/>
              </p:cNvSpPr>
              <p:nvPr>
                <p:ph type="body" idx="1"/>
              </p:nvPr>
            </p:nvSpPr>
            <p:spPr/>
            <p:txBody>
              <a:bodyPr/>
              <a:lstStyle/>
              <a:p>
                <a:r>
                  <a:rPr lang="en-GB" dirty="0"/>
                  <a:t>Think of the learning rate as the speed of your walking, and you are given the direction of the steepest decent in terms </a:t>
                </a:r>
                <a:r>
                  <a:rPr lang="en-GB"/>
                  <a:t>of east-west </a:t>
                </a:r>
                <a:r>
                  <a:rPr lang="en-GB" dirty="0"/>
                  <a:t>(</a:t>
                </a:r>
                <a:r>
                  <a:rPr lang="en-GB" i="0">
                    <a:latin typeface="Cambria Math" panose="02040503050406030204" pitchFamily="18" charset="0"/>
                    <a:ea typeface="Cambria Math" panose="02040503050406030204" pitchFamily="18" charset="0"/>
                  </a:rPr>
                  <a:t>𝜃_</a:t>
                </a:r>
                <a:r>
                  <a:rPr lang="en-GB" b="0" i="0">
                    <a:latin typeface="Cambria Math" panose="02040503050406030204" pitchFamily="18" charset="0"/>
                  </a:rPr>
                  <a:t>0</a:t>
                </a:r>
                <a:r>
                  <a:rPr lang="en-GB" dirty="0"/>
                  <a:t>), and north-south (</a:t>
                </a:r>
                <a:r>
                  <a:rPr lang="en-GB" i="0">
                    <a:latin typeface="Cambria Math" panose="02040503050406030204" pitchFamily="18" charset="0"/>
                    <a:ea typeface="Cambria Math" panose="02040503050406030204" pitchFamily="18" charset="0"/>
                  </a:rPr>
                  <a:t>𝜃_</a:t>
                </a:r>
                <a:r>
                  <a:rPr lang="en-GB" b="0" i="0">
                    <a:latin typeface="Cambria Math" panose="02040503050406030204" pitchFamily="18" charset="0"/>
                    <a:ea typeface="Cambria Math" panose="02040503050406030204" pitchFamily="18" charset="0"/>
                  </a:rPr>
                  <a:t>1</a:t>
                </a:r>
                <a:r>
                  <a:rPr lang="en-GB" dirty="0"/>
                  <a:t>) directions, you can work out where you are, say after 1 minute of walking. </a:t>
                </a:r>
              </a:p>
              <a:p>
                <a:r>
                  <a:rPr lang="en-GB" dirty="0"/>
                  <a:t>We don’t need to worry about how the formula for calculating the gradient is derived. </a:t>
                </a:r>
              </a:p>
            </p:txBody>
          </p:sp>
        </mc:Fallback>
      </mc:AlternateContent>
      <p:sp>
        <p:nvSpPr>
          <p:cNvPr id="4" name="Slide Number Placeholder 3"/>
          <p:cNvSpPr>
            <a:spLocks noGrp="1"/>
          </p:cNvSpPr>
          <p:nvPr>
            <p:ph type="sldNum" sz="quarter" idx="5"/>
          </p:nvPr>
        </p:nvSpPr>
        <p:spPr/>
        <p:txBody>
          <a:bodyPr/>
          <a:lstStyle/>
          <a:p>
            <a:fld id="{33ED0C68-333E-A945-8203-222F70E82FF7}" type="slidenum">
              <a:rPr lang="en-GB" smtClean="0"/>
              <a:t>18</a:t>
            </a:fld>
            <a:endParaRPr lang="en-GB"/>
          </a:p>
        </p:txBody>
      </p:sp>
    </p:spTree>
    <p:extLst>
      <p:ext uri="{BB962C8B-B14F-4D97-AF65-F5344CB8AC3E}">
        <p14:creationId xmlns:p14="http://schemas.microsoft.com/office/powerpoint/2010/main" val="1753378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19</a:t>
            </a:fld>
            <a:endParaRPr lang="en-GB"/>
          </a:p>
        </p:txBody>
      </p:sp>
    </p:spTree>
    <p:extLst>
      <p:ext uri="{BB962C8B-B14F-4D97-AF65-F5344CB8AC3E}">
        <p14:creationId xmlns:p14="http://schemas.microsoft.com/office/powerpoint/2010/main" val="35281396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20</a:t>
            </a:fld>
            <a:endParaRPr lang="en-GB"/>
          </a:p>
        </p:txBody>
      </p:sp>
    </p:spTree>
    <p:extLst>
      <p:ext uri="{BB962C8B-B14F-4D97-AF65-F5344CB8AC3E}">
        <p14:creationId xmlns:p14="http://schemas.microsoft.com/office/powerpoint/2010/main" val="3803652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21</a:t>
            </a:fld>
            <a:endParaRPr lang="en-GB"/>
          </a:p>
        </p:txBody>
      </p:sp>
    </p:spTree>
    <p:extLst>
      <p:ext uri="{BB962C8B-B14F-4D97-AF65-F5344CB8AC3E}">
        <p14:creationId xmlns:p14="http://schemas.microsoft.com/office/powerpoint/2010/main" val="2027277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22</a:t>
            </a:fld>
            <a:endParaRPr lang="en-GB"/>
          </a:p>
        </p:txBody>
      </p:sp>
    </p:spTree>
    <p:extLst>
      <p:ext uri="{BB962C8B-B14F-4D97-AF65-F5344CB8AC3E}">
        <p14:creationId xmlns:p14="http://schemas.microsoft.com/office/powerpoint/2010/main" val="28112361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ED0C68-333E-A945-8203-222F70E82FF7}" type="slidenum">
              <a:rPr lang="en-GB" smtClean="0"/>
              <a:t>23</a:t>
            </a:fld>
            <a:endParaRPr lang="en-GB"/>
          </a:p>
        </p:txBody>
      </p:sp>
    </p:spTree>
    <p:extLst>
      <p:ext uri="{BB962C8B-B14F-4D97-AF65-F5344CB8AC3E}">
        <p14:creationId xmlns:p14="http://schemas.microsoft.com/office/powerpoint/2010/main" val="1251067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24</a:t>
            </a:fld>
            <a:endParaRPr lang="en-GB"/>
          </a:p>
        </p:txBody>
      </p:sp>
    </p:spTree>
    <p:extLst>
      <p:ext uri="{BB962C8B-B14F-4D97-AF65-F5344CB8AC3E}">
        <p14:creationId xmlns:p14="http://schemas.microsoft.com/office/powerpoint/2010/main" val="274424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ED0C68-333E-A945-8203-222F70E82FF7}" type="slidenum">
              <a:rPr lang="en-GB" smtClean="0"/>
              <a:t>27</a:t>
            </a:fld>
            <a:endParaRPr lang="en-GB"/>
          </a:p>
        </p:txBody>
      </p:sp>
    </p:spTree>
    <p:extLst>
      <p:ext uri="{BB962C8B-B14F-4D97-AF65-F5344CB8AC3E}">
        <p14:creationId xmlns:p14="http://schemas.microsoft.com/office/powerpoint/2010/main" val="2038557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E3F8E-2AA0-4542-A31D-23863C5335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D8B310-BF99-F542-ADAC-FCDDD79B9A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24F218-51A8-694C-B210-E4235483EA87}"/>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5" name="Footer Placeholder 4">
            <a:extLst>
              <a:ext uri="{FF2B5EF4-FFF2-40B4-BE49-F238E27FC236}">
                <a16:creationId xmlns:a16="http://schemas.microsoft.com/office/drawing/2014/main" id="{F3D2D8F3-EEA5-BD4A-A074-5D29EDA445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9F17CF-2E0E-B544-8FE4-515304754317}"/>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2107039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9F5AB-7853-1349-A7B9-3E5D36A98B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1FF543-B0A4-4E45-A4F1-B4632729117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31CF12-E97B-9F4A-A540-9043A13F192C}"/>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5" name="Footer Placeholder 4">
            <a:extLst>
              <a:ext uri="{FF2B5EF4-FFF2-40B4-BE49-F238E27FC236}">
                <a16:creationId xmlns:a16="http://schemas.microsoft.com/office/drawing/2014/main" id="{CC1D8394-89F5-D54C-897E-0CAEF675B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907222-78C7-0C4C-9BBC-BE280E73F25C}"/>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4140364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9F77-5244-B34A-B178-FBDC26EB2AF0}"/>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BDDCE672-F335-B54C-B6F7-6EE192EB26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7A1979F-6A42-F94A-90F5-296A5E7447C4}"/>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5" name="Footer Placeholder 4">
            <a:extLst>
              <a:ext uri="{FF2B5EF4-FFF2-40B4-BE49-F238E27FC236}">
                <a16:creationId xmlns:a16="http://schemas.microsoft.com/office/drawing/2014/main" id="{24787A03-C308-E543-A0D9-AE314199A6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D0A9E6-8025-9F4E-A0F2-9FCA00E8AC93}"/>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3934889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0E4FE-A40F-4D42-99CA-52CDCFB83D0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2F27F94-2744-0045-8F46-19A1B1F3233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75328E-D4F4-0349-80B1-D15256C9201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B1B384-FA67-D644-9D5A-0F539B664139}"/>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6" name="Footer Placeholder 5">
            <a:extLst>
              <a:ext uri="{FF2B5EF4-FFF2-40B4-BE49-F238E27FC236}">
                <a16:creationId xmlns:a16="http://schemas.microsoft.com/office/drawing/2014/main" id="{8AFCFF2C-E51D-FD4B-82EA-777F0EE83B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2A3AB3-E510-C643-8867-74AD3544AD00}"/>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3313073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3F09C-5EE0-C14F-B020-D3A1053DE323}"/>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763C2F7-D79C-D14E-806E-8F9C5F725A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93EA15E-C8E6-6446-8215-43B75F1EABA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52D1C0-D010-7E48-AD56-3AC51C997E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1B98B2F-2D76-1D4D-9D84-EB6664460A1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A6FF8C-8CFC-0947-9288-33A4AD975CBC}"/>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8" name="Footer Placeholder 7">
            <a:extLst>
              <a:ext uri="{FF2B5EF4-FFF2-40B4-BE49-F238E27FC236}">
                <a16:creationId xmlns:a16="http://schemas.microsoft.com/office/drawing/2014/main" id="{1CF6BECD-CC72-1248-A9C3-DCA87C95B5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8CB4E3-7286-E34E-901A-FA3D25F177A2}"/>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3293963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93E82-27FD-A947-A9F6-A99B154D991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32FC503-CE53-7643-9B18-3CB09CCA264A}"/>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4" name="Footer Placeholder 3">
            <a:extLst>
              <a:ext uri="{FF2B5EF4-FFF2-40B4-BE49-F238E27FC236}">
                <a16:creationId xmlns:a16="http://schemas.microsoft.com/office/drawing/2014/main" id="{E198D5DD-8DFA-2949-9357-164E343D8D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8C6687-42D3-424E-B57E-4629FEE5502B}"/>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1547762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C8F8E1-E665-054A-A469-17B49FE690B8}"/>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3" name="Footer Placeholder 2">
            <a:extLst>
              <a:ext uri="{FF2B5EF4-FFF2-40B4-BE49-F238E27FC236}">
                <a16:creationId xmlns:a16="http://schemas.microsoft.com/office/drawing/2014/main" id="{528417E4-3F85-544F-B3C2-7EE0632CB8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AB5F8C-5259-8641-A54A-6345E01F1A85}"/>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1021780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2F7BD-A880-3647-B3DC-442AE991C9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4AB851-6800-C94B-9780-21351C9002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460EAB-D1F0-E24F-AF12-09FA28F98D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968F6F9-249B-B847-9FD9-936F878BA93F}"/>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6" name="Footer Placeholder 5">
            <a:extLst>
              <a:ext uri="{FF2B5EF4-FFF2-40B4-BE49-F238E27FC236}">
                <a16:creationId xmlns:a16="http://schemas.microsoft.com/office/drawing/2014/main" id="{365BB582-5DC5-C441-9EE1-40A009407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705593-7110-0749-8487-10C26ADCD40A}"/>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2762009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2DC69-402B-894C-BD78-54B82CA73A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2DFC09-6596-2D48-8096-39A5E4FCEC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4D97FF-FA82-4845-973D-E1AEB64E2E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6A14426-ABC4-554F-88F7-BEB83CD9CA2E}"/>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6" name="Footer Placeholder 5">
            <a:extLst>
              <a:ext uri="{FF2B5EF4-FFF2-40B4-BE49-F238E27FC236}">
                <a16:creationId xmlns:a16="http://schemas.microsoft.com/office/drawing/2014/main" id="{4C13597B-1D06-8043-8FC1-1DD09E4B9A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CB2256-CF43-0949-8052-D6E320C0748E}"/>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18832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F617-AAA6-7844-9EE6-EE6440C251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546ADF-E9ED-F346-8083-8ECB0BA0A4D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2C5F94-94DD-B74C-AAFE-1B6BAFECB5F0}"/>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5" name="Footer Placeholder 4">
            <a:extLst>
              <a:ext uri="{FF2B5EF4-FFF2-40B4-BE49-F238E27FC236}">
                <a16:creationId xmlns:a16="http://schemas.microsoft.com/office/drawing/2014/main" id="{8708BD92-6767-2B49-BAAF-22E7768BC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F7398C-047D-D040-8258-0C5AF5C9152B}"/>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814666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22DCD-4A11-C748-9396-D955B3DD91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5DBCDD-C2D7-8842-B86C-984E3F52098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81A36-0D7D-9143-AAF1-6A5FCA5EEC95}"/>
              </a:ext>
            </a:extLst>
          </p:cNvPr>
          <p:cNvSpPr>
            <a:spLocks noGrp="1"/>
          </p:cNvSpPr>
          <p:nvPr>
            <p:ph type="dt" sz="half" idx="10"/>
          </p:nvPr>
        </p:nvSpPr>
        <p:spPr/>
        <p:txBody>
          <a:bodyPr/>
          <a:lstStyle/>
          <a:p>
            <a:fld id="{232F3338-C03F-2241-B35C-0C3D6EB9446D}" type="datetimeFigureOut">
              <a:rPr lang="en-US" smtClean="0"/>
              <a:t>1/30/25</a:t>
            </a:fld>
            <a:endParaRPr lang="en-US"/>
          </a:p>
        </p:txBody>
      </p:sp>
      <p:sp>
        <p:nvSpPr>
          <p:cNvPr id="5" name="Footer Placeholder 4">
            <a:extLst>
              <a:ext uri="{FF2B5EF4-FFF2-40B4-BE49-F238E27FC236}">
                <a16:creationId xmlns:a16="http://schemas.microsoft.com/office/drawing/2014/main" id="{A2FEEEC8-3397-2D46-B356-92F37972AB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A15C52-E742-374F-81DC-106610606F53}"/>
              </a:ext>
            </a:extLst>
          </p:cNvPr>
          <p:cNvSpPr>
            <a:spLocks noGrp="1"/>
          </p:cNvSpPr>
          <p:nvPr>
            <p:ph type="sldNum" sz="quarter" idx="12"/>
          </p:nvPr>
        </p:nvSpPr>
        <p:spPr/>
        <p:txBody>
          <a:bodyPr/>
          <a:lstStyle/>
          <a:p>
            <a:fld id="{76CEEF1E-C874-184A-9F87-91D69B6401DB}" type="slidenum">
              <a:rPr lang="en-US" smtClean="0"/>
              <a:t>‹#›</a:t>
            </a:fld>
            <a:endParaRPr lang="en-US"/>
          </a:p>
        </p:txBody>
      </p:sp>
    </p:spTree>
    <p:extLst>
      <p:ext uri="{BB962C8B-B14F-4D97-AF65-F5344CB8AC3E}">
        <p14:creationId xmlns:p14="http://schemas.microsoft.com/office/powerpoint/2010/main" val="3016394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5F0A83-DD5C-CF44-BCA2-D79FC14351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F95A74-149D-E149-B35E-6BA6075425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A7B0E-9907-FB4F-98A2-33D842E635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2F3338-C03F-2241-B35C-0C3D6EB9446D}" type="datetimeFigureOut">
              <a:rPr lang="en-US" smtClean="0"/>
              <a:t>1/30/25</a:t>
            </a:fld>
            <a:endParaRPr lang="en-US"/>
          </a:p>
        </p:txBody>
      </p:sp>
      <p:sp>
        <p:nvSpPr>
          <p:cNvPr id="5" name="Footer Placeholder 4">
            <a:extLst>
              <a:ext uri="{FF2B5EF4-FFF2-40B4-BE49-F238E27FC236}">
                <a16:creationId xmlns:a16="http://schemas.microsoft.com/office/drawing/2014/main" id="{CED06C45-7CBC-0549-A875-C1895B6341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96CC0E-433D-854D-8B58-073370D917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CEEF1E-C874-184A-9F87-91D69B6401DB}" type="slidenum">
              <a:rPr lang="en-US" smtClean="0"/>
              <a:t>‹#›</a:t>
            </a:fld>
            <a:endParaRPr lang="en-US"/>
          </a:p>
        </p:txBody>
      </p:sp>
    </p:spTree>
    <p:extLst>
      <p:ext uri="{BB962C8B-B14F-4D97-AF65-F5344CB8AC3E}">
        <p14:creationId xmlns:p14="http://schemas.microsoft.com/office/powerpoint/2010/main" val="2962339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tiff"/><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tiff"/><Relationship Id="rId4" Type="http://schemas.openxmlformats.org/officeDocument/2006/relationships/image" Target="../media/image10.tiff"/></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7.png"/><Relationship Id="rId4" Type="http://schemas.openxmlformats.org/officeDocument/2006/relationships/image" Target="../media/image141.png"/></Relationships>
</file>

<file path=ppt/slides/_rels/slide14.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ustomXml" Target="../ink/ink1.xml"/><Relationship Id="rId11" Type="http://schemas.openxmlformats.org/officeDocument/2006/relationships/image" Target="../media/image24.png"/><Relationship Id="rId5" Type="http://schemas.openxmlformats.org/officeDocument/2006/relationships/image" Target="../media/image12.png"/><Relationship Id="rId10" Type="http://schemas.openxmlformats.org/officeDocument/2006/relationships/customXml" Target="../ink/ink3.xml"/><Relationship Id="rId4" Type="http://schemas.openxmlformats.org/officeDocument/2006/relationships/image" Target="../media/image20.pn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76.png"/><Relationship Id="rId26" Type="http://schemas.openxmlformats.org/officeDocument/2006/relationships/image" Target="../media/image81.png"/><Relationship Id="rId3" Type="http://schemas.openxmlformats.org/officeDocument/2006/relationships/image" Target="../media/image29.png"/><Relationship Id="rId21" Type="http://schemas.openxmlformats.org/officeDocument/2006/relationships/customXml" Target="../ink/ink10.xml"/><Relationship Id="rId7" Type="http://schemas.openxmlformats.org/officeDocument/2006/relationships/customXml" Target="../ink/ink4.xml"/><Relationship Id="rId12" Type="http://schemas.openxmlformats.org/officeDocument/2006/relationships/customXml" Target="../ink/ink5.xml"/><Relationship Id="rId17" Type="http://schemas.openxmlformats.org/officeDocument/2006/relationships/customXml" Target="../ink/ink7.xml"/><Relationship Id="rId25" Type="http://schemas.openxmlformats.org/officeDocument/2006/relationships/customXml" Target="../ink/ink12.xml"/><Relationship Id="rId2" Type="http://schemas.openxmlformats.org/officeDocument/2006/relationships/notesSlide" Target="../notesSlides/notesSlide15.xml"/><Relationship Id="rId16" Type="http://schemas.openxmlformats.org/officeDocument/2006/relationships/image" Target="../media/image34.png"/><Relationship Id="rId20" Type="http://schemas.openxmlformats.org/officeDocument/2006/relationships/customXml" Target="../ink/ink9.xml"/><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77.png"/><Relationship Id="rId24" Type="http://schemas.openxmlformats.org/officeDocument/2006/relationships/image" Target="../media/image800.png"/><Relationship Id="rId32" Type="http://schemas.openxmlformats.org/officeDocument/2006/relationships/image" Target="../media/image88.png"/><Relationship Id="rId5" Type="http://schemas.openxmlformats.org/officeDocument/2006/relationships/image" Target="../media/image32.png"/><Relationship Id="rId15" Type="http://schemas.openxmlformats.org/officeDocument/2006/relationships/image" Target="../media/image33.png"/><Relationship Id="rId23" Type="http://schemas.openxmlformats.org/officeDocument/2006/relationships/customXml" Target="../ink/ink11.xml"/><Relationship Id="rId28" Type="http://schemas.openxmlformats.org/officeDocument/2006/relationships/image" Target="../media/image82.png"/><Relationship Id="rId19" Type="http://schemas.openxmlformats.org/officeDocument/2006/relationships/customXml" Target="../ink/ink8.xml"/><Relationship Id="rId10" Type="http://schemas.openxmlformats.org/officeDocument/2006/relationships/image" Target="../media/image78.png"/><Relationship Id="rId31" Type="http://schemas.openxmlformats.org/officeDocument/2006/relationships/customXml" Target="../ink/ink15.xml"/><Relationship Id="rId4" Type="http://schemas.openxmlformats.org/officeDocument/2006/relationships/image" Target="../media/image31.png"/><Relationship Id="rId14" Type="http://schemas.openxmlformats.org/officeDocument/2006/relationships/image" Target="../media/image92.png"/><Relationship Id="rId22" Type="http://schemas.openxmlformats.org/officeDocument/2006/relationships/image" Target="../media/image79.png"/><Relationship Id="rId27" Type="http://schemas.openxmlformats.org/officeDocument/2006/relationships/customXml" Target="../ink/ink13.xml"/><Relationship Id="rId30" Type="http://schemas.openxmlformats.org/officeDocument/2006/relationships/image" Target="../media/image87.png"/></Relationships>
</file>

<file path=ppt/slides/_rels/slide1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9.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2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4b4MUYve_U8"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www.mathsisfun.com/calculus/derivatives-introduc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FAC5-3DAA-0E46-8C79-318091994FE3}"/>
              </a:ext>
            </a:extLst>
          </p:cNvPr>
          <p:cNvSpPr>
            <a:spLocks noGrp="1"/>
          </p:cNvSpPr>
          <p:nvPr>
            <p:ph type="ctrTitle"/>
          </p:nvPr>
        </p:nvSpPr>
        <p:spPr/>
        <p:txBody>
          <a:bodyPr/>
          <a:lstStyle/>
          <a:p>
            <a:r>
              <a:rPr lang="en-US" dirty="0"/>
              <a:t>Linear Regression and </a:t>
            </a:r>
            <a:r>
              <a:rPr lang="en-US"/>
              <a:t>Gradient Descent</a:t>
            </a:r>
            <a:endParaRPr lang="en-US" dirty="0"/>
          </a:p>
        </p:txBody>
      </p:sp>
      <p:sp>
        <p:nvSpPr>
          <p:cNvPr id="3" name="Subtitle 2">
            <a:extLst>
              <a:ext uri="{FF2B5EF4-FFF2-40B4-BE49-F238E27FC236}">
                <a16:creationId xmlns:a16="http://schemas.microsoft.com/office/drawing/2014/main" id="{5128D173-9BCF-0F40-8B89-28D58782ECEE}"/>
              </a:ext>
            </a:extLst>
          </p:cNvPr>
          <p:cNvSpPr>
            <a:spLocks noGrp="1"/>
          </p:cNvSpPr>
          <p:nvPr>
            <p:ph type="subTitle" idx="1"/>
          </p:nvPr>
        </p:nvSpPr>
        <p:spPr/>
        <p:txBody>
          <a:bodyPr/>
          <a:lstStyle/>
          <a:p>
            <a:r>
              <a:rPr lang="en-US" dirty="0"/>
              <a:t>Jun Hong</a:t>
            </a:r>
          </a:p>
        </p:txBody>
      </p:sp>
    </p:spTree>
    <p:extLst>
      <p:ext uri="{BB962C8B-B14F-4D97-AF65-F5344CB8AC3E}">
        <p14:creationId xmlns:p14="http://schemas.microsoft.com/office/powerpoint/2010/main" val="1678307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3877-2E90-1041-93B6-BD8B27818FC8}"/>
              </a:ext>
            </a:extLst>
          </p:cNvPr>
          <p:cNvSpPr>
            <a:spLocks noGrp="1"/>
          </p:cNvSpPr>
          <p:nvPr>
            <p:ph type="title"/>
          </p:nvPr>
        </p:nvSpPr>
        <p:spPr/>
        <p:txBody>
          <a:bodyPr/>
          <a:lstStyle/>
          <a:p>
            <a:r>
              <a:rPr lang="en-GB" dirty="0"/>
              <a:t>Outline</a:t>
            </a:r>
          </a:p>
        </p:txBody>
      </p:sp>
      <p:sp>
        <p:nvSpPr>
          <p:cNvPr id="3" name="Content Placeholder 2">
            <a:extLst>
              <a:ext uri="{FF2B5EF4-FFF2-40B4-BE49-F238E27FC236}">
                <a16:creationId xmlns:a16="http://schemas.microsoft.com/office/drawing/2014/main" id="{0AEA290A-99CB-394E-BE9A-31C2CA525D11}"/>
              </a:ext>
            </a:extLst>
          </p:cNvPr>
          <p:cNvSpPr>
            <a:spLocks noGrp="1"/>
          </p:cNvSpPr>
          <p:nvPr>
            <p:ph idx="1"/>
          </p:nvPr>
        </p:nvSpPr>
        <p:spPr/>
        <p:txBody>
          <a:bodyPr>
            <a:normAutofit/>
          </a:bodyPr>
          <a:lstStyle/>
          <a:p>
            <a:pPr marL="0" indent="0">
              <a:buNone/>
            </a:pPr>
            <a:r>
              <a:rPr lang="en-GB" dirty="0"/>
              <a:t>In this lecture:</a:t>
            </a:r>
          </a:p>
          <a:p>
            <a:r>
              <a:rPr lang="en-GB" dirty="0"/>
              <a:t>Basics of linear regression which lays the foundations of many other ML algorithms</a:t>
            </a:r>
          </a:p>
          <a:p>
            <a:r>
              <a:rPr lang="en-GB" dirty="0"/>
              <a:t>Notation used in machine learning algorithms</a:t>
            </a:r>
          </a:p>
          <a:p>
            <a:r>
              <a:rPr lang="en-GB" dirty="0"/>
              <a:t>How gradient descent works</a:t>
            </a:r>
          </a:p>
          <a:p>
            <a:r>
              <a:rPr lang="en-GB" dirty="0"/>
              <a:t>How to use gradient descent to train a linear model</a:t>
            </a:r>
          </a:p>
          <a:p>
            <a:r>
              <a:rPr lang="en-GB" dirty="0"/>
              <a:t>How stochastic gradient descent works </a:t>
            </a:r>
          </a:p>
          <a:p>
            <a:r>
              <a:rPr lang="en-GB" dirty="0"/>
              <a:t>How to use stochastic gradient descent to train a linear model</a:t>
            </a:r>
          </a:p>
        </p:txBody>
      </p:sp>
    </p:spTree>
    <p:extLst>
      <p:ext uri="{BB962C8B-B14F-4D97-AF65-F5344CB8AC3E}">
        <p14:creationId xmlns:p14="http://schemas.microsoft.com/office/powerpoint/2010/main" val="400265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794F-ACB2-194E-BF2A-F63708670003}"/>
              </a:ext>
            </a:extLst>
          </p:cNvPr>
          <p:cNvSpPr>
            <a:spLocks noGrp="1"/>
          </p:cNvSpPr>
          <p:nvPr>
            <p:ph type="title"/>
          </p:nvPr>
        </p:nvSpPr>
        <p:spPr/>
        <p:txBody>
          <a:bodyPr/>
          <a:lstStyle/>
          <a:p>
            <a:r>
              <a:rPr lang="en-US" dirty="0"/>
              <a:t>Linear Regression – An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EDBA94-4215-904D-8B7E-8320A6532036}"/>
                  </a:ext>
                </a:extLst>
              </p:cNvPr>
              <p:cNvSpPr>
                <a:spLocks noGrp="1"/>
              </p:cNvSpPr>
              <p:nvPr>
                <p:ph idx="1"/>
              </p:nvPr>
            </p:nvSpPr>
            <p:spPr>
              <a:xfrm>
                <a:off x="838200" y="1825625"/>
                <a:ext cx="5894070" cy="4351338"/>
              </a:xfrm>
            </p:spPr>
            <p:txBody>
              <a:bodyPr>
                <a:normAutofit fontScale="77500" lnSpcReduction="20000"/>
              </a:bodyPr>
              <a:lstStyle/>
              <a:p>
                <a:r>
                  <a:rPr lang="en-US" dirty="0"/>
                  <a:t>Takes a dataset consisting of a set of training examples, each having a value for a variable, </a:t>
                </a:r>
                <a14:m>
                  <m:oMath xmlns:m="http://schemas.openxmlformats.org/officeDocument/2006/math">
                    <m:r>
                      <a:rPr lang="en-GB" b="0" i="1" smtClean="0">
                        <a:latin typeface="Cambria Math" panose="02040503050406030204" pitchFamily="18" charset="0"/>
                        <a:ea typeface="Cambria Math" panose="02040503050406030204" pitchFamily="18" charset="0"/>
                      </a:rPr>
                      <m:t>𝑦</m:t>
                    </m:r>
                  </m:oMath>
                </a14:m>
                <a:r>
                  <a:rPr lang="en-US" dirty="0"/>
                  <a:t>, and a set of values for some other variables,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 …,</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𝑛</m:t>
                        </m:r>
                      </m:sub>
                    </m:sSub>
                  </m:oMath>
                </a14:m>
                <a:r>
                  <a:rPr lang="en-US" dirty="0"/>
                  <a:t>, e.g., the price of a house, </a:t>
                </a:r>
                <a14:m>
                  <m:oMath xmlns:m="http://schemas.openxmlformats.org/officeDocument/2006/math">
                    <m:r>
                      <a:rPr lang="en-GB" i="1">
                        <a:latin typeface="Cambria Math" panose="02040503050406030204" pitchFamily="18" charset="0"/>
                        <a:ea typeface="Cambria Math" panose="02040503050406030204" pitchFamily="18" charset="0"/>
                      </a:rPr>
                      <m:t>𝑦</m:t>
                    </m:r>
                  </m:oMath>
                </a14:m>
                <a:r>
                  <a:rPr lang="en-US" dirty="0"/>
                  <a:t>, is roughly linearly related to the size of the house, </a:t>
                </a:r>
                <a14:m>
                  <m:oMath xmlns:m="http://schemas.openxmlformats.org/officeDocument/2006/math">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1</m:t>
                        </m:r>
                      </m:sub>
                    </m:sSub>
                  </m:oMath>
                </a14:m>
                <a:endParaRPr lang="en-US" dirty="0"/>
              </a:p>
              <a:p>
                <a:r>
                  <a:rPr lang="en-US" dirty="0"/>
                  <a:t>Learns/trains a </a:t>
                </a:r>
                <a:r>
                  <a:rPr lang="en-US" i="1" dirty="0"/>
                  <a:t>linear function/model</a:t>
                </a:r>
                <a:r>
                  <a:rPr lang="en-US" dirty="0"/>
                  <a:t>, e.g., </a:t>
                </a:r>
                <a14:m>
                  <m:oMath xmlns:m="http://schemas.openxmlformats.org/officeDocument/2006/math">
                    <m:r>
                      <a:rPr lang="en-GB" i="1">
                        <a:latin typeface="Cambria Math" panose="02040503050406030204" pitchFamily="18" charset="0"/>
                      </a:rPr>
                      <m:t>h</m:t>
                    </m:r>
                    <m:d>
                      <m:dPr>
                        <m:ctrlPr>
                          <a:rPr lang="en-GB" i="1">
                            <a:latin typeface="Cambria Math" panose="02040503050406030204" pitchFamily="18" charset="0"/>
                          </a:rPr>
                        </m:ctrlPr>
                      </m:dPr>
                      <m:e>
                        <m:r>
                          <a:rPr lang="en-GB" b="0" i="1" smtClean="0">
                            <a:latin typeface="Cambria Math" panose="02040503050406030204" pitchFamily="18" charset="0"/>
                          </a:rPr>
                          <m:t>𝑥</m:t>
                        </m:r>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r>
                      <a:rPr lang="en-GB" b="0" i="1" smtClean="0">
                        <a:latin typeface="Cambria Math" panose="02040503050406030204" pitchFamily="18" charset="0"/>
                      </a:rPr>
                      <m:t>𝑥</m:t>
                    </m:r>
                  </m:oMath>
                </a14:m>
                <a:r>
                  <a:rPr lang="en-US" dirty="0"/>
                  <a:t>, by finding the best values for the weights, e.g.,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oMath>
                </a14:m>
                <a:r>
                  <a:rPr lang="en-US" dirty="0"/>
                  <a:t>, so that the predicted value of </a:t>
                </a:r>
                <a14:m>
                  <m:oMath xmlns:m="http://schemas.openxmlformats.org/officeDocument/2006/math">
                    <m:r>
                      <a:rPr lang="en-GB" i="1">
                        <a:latin typeface="Cambria Math" panose="02040503050406030204" pitchFamily="18" charset="0"/>
                        <a:ea typeface="Cambria Math" panose="02040503050406030204" pitchFamily="18" charset="0"/>
                      </a:rPr>
                      <m:t>𝑦</m:t>
                    </m:r>
                  </m:oMath>
                </a14:m>
                <a:r>
                  <a:rPr lang="en-US" dirty="0"/>
                  <a:t>, </a:t>
                </a:r>
                <a14:m>
                  <m:oMath xmlns:m="http://schemas.openxmlformats.org/officeDocument/2006/math">
                    <m:acc>
                      <m:accPr>
                        <m:chr m:val="̂"/>
                        <m:ctrlPr>
                          <a:rPr lang="en-US" i="1" smtClean="0">
                            <a:latin typeface="Cambria Math" panose="02040503050406030204" pitchFamily="18" charset="0"/>
                          </a:rPr>
                        </m:ctrlPr>
                      </m:accPr>
                      <m:e>
                        <m:r>
                          <a:rPr lang="en-GB" b="0" i="1" smtClean="0">
                            <a:latin typeface="Cambria Math" panose="02040503050406030204" pitchFamily="18" charset="0"/>
                          </a:rPr>
                          <m:t>𝑦</m:t>
                        </m:r>
                      </m:e>
                    </m:acc>
                    <m:r>
                      <a:rPr lang="en-GB" b="0" i="1" smtClean="0">
                        <a:latin typeface="Cambria Math" panose="02040503050406030204" pitchFamily="18" charset="0"/>
                      </a:rPr>
                      <m:t>=</m:t>
                    </m:r>
                    <m:r>
                      <a:rPr lang="en-GB" b="0" i="1" smtClean="0">
                        <a:latin typeface="Cambria Math" panose="02040503050406030204" pitchFamily="18" charset="0"/>
                      </a:rPr>
                      <m:t>h</m:t>
                    </m:r>
                    <m:r>
                      <a:rPr lang="en-GB" b="0" i="1" smtClean="0">
                        <a:latin typeface="Cambria Math" panose="02040503050406030204" pitchFamily="18" charset="0"/>
                      </a:rPr>
                      <m:t>(</m:t>
                    </m:r>
                    <m:r>
                      <a:rPr lang="en-GB" i="1">
                        <a:latin typeface="Cambria Math" panose="02040503050406030204" pitchFamily="18" charset="0"/>
                      </a:rPr>
                      <m:t>𝑥</m:t>
                    </m:r>
                    <m:r>
                      <a:rPr lang="en-GB" b="0" i="1" smtClean="0">
                        <a:latin typeface="Cambria Math" panose="02040503050406030204" pitchFamily="18" charset="0"/>
                      </a:rPr>
                      <m:t>)</m:t>
                    </m:r>
                  </m:oMath>
                </a14:m>
                <a:r>
                  <a:rPr lang="en-US" dirty="0"/>
                  <a:t>, is as close to the real value of </a:t>
                </a:r>
                <a14:m>
                  <m:oMath xmlns:m="http://schemas.openxmlformats.org/officeDocument/2006/math">
                    <m:r>
                      <m:rPr>
                        <m:sty m:val="p"/>
                      </m:rPr>
                      <a:rPr lang="en-GB" b="0" i="0" smtClean="0">
                        <a:latin typeface="Cambria Math" panose="02040503050406030204" pitchFamily="18" charset="0"/>
                      </a:rPr>
                      <m:t>y</m:t>
                    </m:r>
                  </m:oMath>
                </a14:m>
                <a:r>
                  <a:rPr lang="en-US" dirty="0"/>
                  <a:t>, as possible, i.e. </a:t>
                </a:r>
                <a14:m>
                  <m:oMath xmlns:m="http://schemas.openxmlformats.org/officeDocument/2006/math">
                    <m:acc>
                      <m:accPr>
                        <m:chr m:val="̂"/>
                        <m:ctrlPr>
                          <a:rPr lang="en-US" i="1">
                            <a:latin typeface="Cambria Math" panose="02040503050406030204" pitchFamily="18" charset="0"/>
                          </a:rPr>
                        </m:ctrlPr>
                      </m:accPr>
                      <m:e>
                        <m:r>
                          <a:rPr lang="en-GB" i="1">
                            <a:latin typeface="Cambria Math" panose="02040503050406030204" pitchFamily="18" charset="0"/>
                          </a:rPr>
                          <m:t>𝑦</m:t>
                        </m:r>
                      </m:e>
                    </m:acc>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𝑦</m:t>
                    </m:r>
                  </m:oMath>
                </a14:m>
                <a:endParaRPr lang="en-US" dirty="0"/>
              </a:p>
              <a:p>
                <a:r>
                  <a:rPr lang="en-US" dirty="0"/>
                  <a:t>For given the sizes of  some new houses on the market (e.g. sizes of houses), uses the learned/trained model to predict their prices e.g.,  </a:t>
                </a:r>
                <a14:m>
                  <m:oMath xmlns:m="http://schemas.openxmlformats.org/officeDocument/2006/math">
                    <m:r>
                      <a:rPr lang="en-GB" i="1">
                        <a:solidFill>
                          <a:srgbClr val="FF0000"/>
                        </a:solidFill>
                        <a:latin typeface="Cambria Math" panose="02040503050406030204" pitchFamily="18" charset="0"/>
                      </a:rPr>
                      <m:t>𝑥</m:t>
                    </m:r>
                    <m:r>
                      <a:rPr lang="en-GB" i="1">
                        <a:solidFill>
                          <a:srgbClr val="FF0000"/>
                        </a:solidFill>
                        <a:latin typeface="Cambria Math" panose="02040503050406030204" pitchFamily="18" charset="0"/>
                      </a:rPr>
                      <m:t>=45</m:t>
                    </m:r>
                  </m:oMath>
                </a14:m>
                <a:r>
                  <a:rPr lang="en-US" dirty="0">
                    <a:solidFill>
                      <a:srgbClr val="FF0000"/>
                    </a:solidFill>
                  </a:rPr>
                  <a:t>, </a:t>
                </a:r>
                <a14:m>
                  <m:oMath xmlns:m="http://schemas.openxmlformats.org/officeDocument/2006/math">
                    <m:r>
                      <a:rPr lang="en-GB" b="0" i="0" smtClean="0">
                        <a:solidFill>
                          <a:srgbClr val="FF0000"/>
                        </a:solidFill>
                        <a:latin typeface="Cambria Math" panose="02040503050406030204" pitchFamily="18" charset="0"/>
                      </a:rPr>
                      <m:t>  </m:t>
                    </m:r>
                    <m:acc>
                      <m:accPr>
                        <m:chr m:val="̂"/>
                        <m:ctrlPr>
                          <a:rPr lang="en-GB" b="0" i="1" smtClean="0">
                            <a:solidFill>
                              <a:srgbClr val="FF0000"/>
                            </a:solidFill>
                            <a:latin typeface="Cambria Math" panose="02040503050406030204" pitchFamily="18" charset="0"/>
                          </a:rPr>
                        </m:ctrlPr>
                      </m:accPr>
                      <m:e>
                        <m:r>
                          <a:rPr lang="en-GB" b="0" i="1" smtClean="0">
                            <a:solidFill>
                              <a:srgbClr val="FF0000"/>
                            </a:solidFill>
                            <a:latin typeface="Cambria Math" panose="02040503050406030204" pitchFamily="18" charset="0"/>
                          </a:rPr>
                          <m:t>𝑦</m:t>
                        </m:r>
                      </m:e>
                    </m:acc>
                    <m:r>
                      <a:rPr lang="en-GB" i="1">
                        <a:solidFill>
                          <a:srgbClr val="FF0000"/>
                        </a:solidFill>
                        <a:latin typeface="Cambria Math" panose="02040503050406030204" pitchFamily="18" charset="0"/>
                        <a:ea typeface="Cambria Math" panose="02040503050406030204" pitchFamily="18" charset="0"/>
                      </a:rPr>
                      <m:t>≈</m:t>
                    </m:r>
                    <m:r>
                      <m:rPr>
                        <m:nor/>
                      </m:rPr>
                      <a:rPr lang="en-GB">
                        <a:solidFill>
                          <a:srgbClr val="FF0000"/>
                        </a:solidFill>
                      </a:rPr>
                      <m:t>275.49</m:t>
                    </m:r>
                    <m:r>
                      <a:rPr lang="en-GB" b="0" i="1" smtClean="0">
                        <a:solidFill>
                          <a:srgbClr val="FF0000"/>
                        </a:solidFill>
                        <a:latin typeface="Cambria Math" panose="02040503050406030204" pitchFamily="18" charset="0"/>
                      </a:rPr>
                      <m:t>9 </m:t>
                    </m:r>
                  </m:oMath>
                </a14:m>
                <a:r>
                  <a:rPr lang="en-US" dirty="0"/>
                  <a:t> and  </a:t>
                </a:r>
                <a14:m>
                  <m:oMath xmlns:m="http://schemas.openxmlformats.org/officeDocument/2006/math">
                    <m:r>
                      <a:rPr lang="en-GB" i="1">
                        <a:solidFill>
                          <a:srgbClr val="FF0000"/>
                        </a:solidFill>
                        <a:latin typeface="Cambria Math" panose="02040503050406030204" pitchFamily="18" charset="0"/>
                      </a:rPr>
                      <m:t>𝑥</m:t>
                    </m:r>
                    <m:r>
                      <a:rPr lang="en-GB" b="0" i="1" smtClean="0">
                        <a:solidFill>
                          <a:srgbClr val="FF0000"/>
                        </a:solidFill>
                        <a:latin typeface="Cambria Math" panose="02040503050406030204" pitchFamily="18" charset="0"/>
                      </a:rPr>
                      <m:t>=</m:t>
                    </m:r>
                    <m:r>
                      <a:rPr lang="en-GB" i="1">
                        <a:solidFill>
                          <a:srgbClr val="FF0000"/>
                        </a:solidFill>
                        <a:latin typeface="Cambria Math" panose="02040503050406030204" pitchFamily="18" charset="0"/>
                      </a:rPr>
                      <m:t> 75</m:t>
                    </m:r>
                  </m:oMath>
                </a14:m>
                <a:r>
                  <a:rPr lang="en-US" dirty="0">
                    <a:solidFill>
                      <a:srgbClr val="FF0000"/>
                    </a:solidFill>
                  </a:rPr>
                  <a:t>, </a:t>
                </a:r>
                <a14:m>
                  <m:oMath xmlns:m="http://schemas.openxmlformats.org/officeDocument/2006/math">
                    <m:acc>
                      <m:accPr>
                        <m:chr m:val="̂"/>
                        <m:ctrlPr>
                          <a:rPr lang="en-GB" i="1" smtClean="0">
                            <a:solidFill>
                              <a:srgbClr val="FF0000"/>
                            </a:solidFill>
                            <a:latin typeface="Cambria Math" panose="02040503050406030204" pitchFamily="18" charset="0"/>
                          </a:rPr>
                        </m:ctrlPr>
                      </m:accPr>
                      <m:e>
                        <m:r>
                          <a:rPr lang="en-GB" b="0" i="1" smtClean="0">
                            <a:solidFill>
                              <a:srgbClr val="FF0000"/>
                            </a:solidFill>
                            <a:latin typeface="Cambria Math" panose="02040503050406030204" pitchFamily="18" charset="0"/>
                          </a:rPr>
                          <m:t>𝑦</m:t>
                        </m:r>
                      </m:e>
                    </m:acc>
                    <m:r>
                      <a:rPr lang="en-GB" i="1">
                        <a:solidFill>
                          <a:srgbClr val="FF0000"/>
                        </a:solidFill>
                        <a:latin typeface="Cambria Math" panose="02040503050406030204" pitchFamily="18" charset="0"/>
                        <a:ea typeface="Cambria Math" panose="02040503050406030204" pitchFamily="18" charset="0"/>
                      </a:rPr>
                      <m:t>≈</m:t>
                    </m:r>
                    <m:r>
                      <m:rPr>
                        <m:nor/>
                      </m:rPr>
                      <a:rPr lang="en-GB">
                        <a:solidFill>
                          <a:srgbClr val="FF0000"/>
                        </a:solidFill>
                      </a:rPr>
                      <m:t>459.092</m:t>
                    </m:r>
                  </m:oMath>
                </a14:m>
                <a:endParaRPr lang="en-US" dirty="0"/>
              </a:p>
            </p:txBody>
          </p:sp>
        </mc:Choice>
        <mc:Fallback xmlns="">
          <p:sp>
            <p:nvSpPr>
              <p:cNvPr id="3" name="Content Placeholder 2">
                <a:extLst>
                  <a:ext uri="{FF2B5EF4-FFF2-40B4-BE49-F238E27FC236}">
                    <a16:creationId xmlns:a16="http://schemas.microsoft.com/office/drawing/2014/main" id="{46EDBA94-4215-904D-8B7E-8320A6532036}"/>
                  </a:ext>
                </a:extLst>
              </p:cNvPr>
              <p:cNvSpPr>
                <a:spLocks noGrp="1" noRot="1" noChangeAspect="1" noMove="1" noResize="1" noEditPoints="1" noAdjustHandles="1" noChangeArrowheads="1" noChangeShapeType="1" noTextEdit="1"/>
              </p:cNvSpPr>
              <p:nvPr>
                <p:ph idx="1"/>
              </p:nvPr>
            </p:nvSpPr>
            <p:spPr>
              <a:xfrm>
                <a:off x="838200" y="1825625"/>
                <a:ext cx="5894070" cy="4351338"/>
              </a:xfrm>
              <a:blipFill>
                <a:blip r:embed="rId3"/>
                <a:stretch>
                  <a:fillRect l="-1293" t="-2907" r="-2371"/>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2FB636F-2A93-8E4F-810E-4224E1593831}"/>
              </a:ext>
            </a:extLst>
          </p:cNvPr>
          <p:cNvSpPr txBox="1"/>
          <p:nvPr/>
        </p:nvSpPr>
        <p:spPr>
          <a:xfrm>
            <a:off x="5640705" y="2971800"/>
            <a:ext cx="65" cy="276999"/>
          </a:xfrm>
          <a:prstGeom prst="rect">
            <a:avLst/>
          </a:prstGeom>
          <a:noFill/>
        </p:spPr>
        <p:txBody>
          <a:bodyPr wrap="none" lIns="0" tIns="0" rIns="0" bIns="0" rtlCol="0">
            <a:spAutoFit/>
          </a:bodyPr>
          <a:lstStyle/>
          <a:p>
            <a:endParaRPr lang="en-GB"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AB8E07E-94C3-614C-AC72-31507E40D464}"/>
                  </a:ext>
                </a:extLst>
              </p:cNvPr>
              <p:cNvSpPr/>
              <p:nvPr/>
            </p:nvSpPr>
            <p:spPr>
              <a:xfrm>
                <a:off x="7785772" y="1689736"/>
                <a:ext cx="3568028" cy="923330"/>
              </a:xfrm>
              <a:prstGeom prst="rect">
                <a:avLst/>
              </a:prstGeom>
            </p:spPr>
            <p:txBody>
              <a:bodyPr wrap="none">
                <a:spAutoFit/>
              </a:bodyPr>
              <a:lstStyle/>
              <a:p>
                <a:r>
                  <a:rPr lang="en-GB" dirty="0"/>
                  <a:t>Hypothesis for </a:t>
                </a:r>
                <a14:m>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𝑦</m:t>
                        </m:r>
                      </m:e>
                    </m:acc>
                  </m:oMath>
                </a14:m>
                <a:r>
                  <a:rPr lang="en-GB" dirty="0"/>
                  <a:t>: </a:t>
                </a:r>
                <a14:m>
                  <m:oMath xmlns:m="http://schemas.openxmlformats.org/officeDocument/2006/math">
                    <m:r>
                      <a:rPr lang="en-GB" i="1">
                        <a:latin typeface="Cambria Math" panose="02040503050406030204" pitchFamily="18" charset="0"/>
                      </a:rPr>
                      <m:t>h</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r>
                      <a:rPr lang="en-GB" b="0" i="1" smtClean="0">
                        <a:latin typeface="Cambria Math" panose="02040503050406030204" pitchFamily="18" charset="0"/>
                      </a:rPr>
                      <m:t>𝑥</m:t>
                    </m:r>
                  </m:oMath>
                </a14:m>
                <a:r>
                  <a:rPr lang="en-GB" dirty="0"/>
                  <a:t>?</a:t>
                </a:r>
              </a:p>
              <a:p>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0</m:t>
                        </m:r>
                      </m:sub>
                    </m:sSub>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oMath>
                </a14:m>
                <a:r>
                  <a:rPr lang="en-GB" dirty="0"/>
                  <a:t>? so that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𝑦</m:t>
                        </m:r>
                      </m:e>
                    </m:acc>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𝑦</m:t>
                    </m:r>
                  </m:oMath>
                </a14:m>
                <a:r>
                  <a:rPr lang="en-GB" dirty="0"/>
                  <a:t>?</a:t>
                </a:r>
              </a:p>
              <a:p>
                <a:endParaRPr lang="en-GB" dirty="0"/>
              </a:p>
            </p:txBody>
          </p:sp>
        </mc:Choice>
        <mc:Fallback xmlns="">
          <p:sp>
            <p:nvSpPr>
              <p:cNvPr id="6" name="Rectangle 5">
                <a:extLst>
                  <a:ext uri="{FF2B5EF4-FFF2-40B4-BE49-F238E27FC236}">
                    <a16:creationId xmlns:a16="http://schemas.microsoft.com/office/drawing/2014/main" id="{EAB8E07E-94C3-614C-AC72-31507E40D464}"/>
                  </a:ext>
                </a:extLst>
              </p:cNvPr>
              <p:cNvSpPr>
                <a:spLocks noRot="1" noChangeAspect="1" noMove="1" noResize="1" noEditPoints="1" noAdjustHandles="1" noChangeArrowheads="1" noChangeShapeType="1" noTextEdit="1"/>
              </p:cNvSpPr>
              <p:nvPr/>
            </p:nvSpPr>
            <p:spPr>
              <a:xfrm>
                <a:off x="7785772" y="1689736"/>
                <a:ext cx="3568028" cy="923330"/>
              </a:xfrm>
              <a:prstGeom prst="rect">
                <a:avLst/>
              </a:prstGeom>
              <a:blipFill>
                <a:blip r:embed="rId4"/>
                <a:stretch>
                  <a:fillRect l="-1064" t="-1351" r="-355"/>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4BC5D1BF-ED55-2949-AA34-DFC885B6E66B}"/>
              </a:ext>
            </a:extLst>
          </p:cNvPr>
          <p:cNvPicPr>
            <a:picLocks noChangeAspect="1"/>
          </p:cNvPicPr>
          <p:nvPr/>
        </p:nvPicPr>
        <p:blipFill>
          <a:blip r:embed="rId5"/>
          <a:stretch>
            <a:fillRect/>
          </a:stretch>
        </p:blipFill>
        <p:spPr>
          <a:xfrm>
            <a:off x="6973303" y="2270305"/>
            <a:ext cx="5192965" cy="3461977"/>
          </a:xfrm>
          <a:prstGeom prst="rect">
            <a:avLst/>
          </a:prstGeom>
        </p:spPr>
      </p:pic>
    </p:spTree>
    <p:extLst>
      <p:ext uri="{BB962C8B-B14F-4D97-AF65-F5344CB8AC3E}">
        <p14:creationId xmlns:p14="http://schemas.microsoft.com/office/powerpoint/2010/main" val="1805216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794F-ACB2-194E-BF2A-F63708670003}"/>
              </a:ext>
            </a:extLst>
          </p:cNvPr>
          <p:cNvSpPr>
            <a:spLocks noGrp="1"/>
          </p:cNvSpPr>
          <p:nvPr>
            <p:ph type="title"/>
          </p:nvPr>
        </p:nvSpPr>
        <p:spPr/>
        <p:txBody>
          <a:bodyPr/>
          <a:lstStyle/>
          <a:p>
            <a:r>
              <a:rPr lang="en-US" dirty="0"/>
              <a:t>Linear Regression – 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EDBA94-4215-904D-8B7E-8320A6532036}"/>
                  </a:ext>
                </a:extLst>
              </p:cNvPr>
              <p:cNvSpPr>
                <a:spLocks noGrp="1"/>
              </p:cNvSpPr>
              <p:nvPr>
                <p:ph idx="1"/>
              </p:nvPr>
            </p:nvSpPr>
            <p:spPr>
              <a:xfrm>
                <a:off x="838200" y="1825625"/>
                <a:ext cx="5894070" cy="4351338"/>
              </a:xfrm>
            </p:spPr>
            <p:txBody>
              <a:bodyPr>
                <a:normAutofit fontScale="70000" lnSpcReduction="20000"/>
              </a:bodyPr>
              <a:lstStyle/>
              <a:p>
                <a:r>
                  <a:rPr lang="en-US" dirty="0"/>
                  <a:t>The simplest supervised learning algorithm</a:t>
                </a:r>
              </a:p>
              <a:p>
                <a:pPr lvl="1"/>
                <a:r>
                  <a:rPr lang="en-US" dirty="0"/>
                  <a:t>Takes a training dataset, consisting of pairs of values of </a:t>
                </a:r>
                <a:r>
                  <a:rPr lang="en-US" i="1" dirty="0"/>
                  <a:t>variables</a:t>
                </a:r>
                <a:r>
                  <a:rPr lang="en-US" dirty="0"/>
                  <a:t> </a:t>
                </a:r>
                <a14:m>
                  <m:oMath xmlns:m="http://schemas.openxmlformats.org/officeDocument/2006/math">
                    <m:r>
                      <a:rPr lang="en-GB" i="1">
                        <a:latin typeface="Cambria Math" panose="02040503050406030204" pitchFamily="18" charset="0"/>
                      </a:rPr>
                      <m:t>𝑥</m:t>
                    </m:r>
                  </m:oMath>
                </a14:m>
                <a:r>
                  <a:rPr lang="en-US" dirty="0"/>
                  <a:t> and </a:t>
                </a:r>
                <a14:m>
                  <m:oMath xmlns:m="http://schemas.openxmlformats.org/officeDocument/2006/math">
                    <m:r>
                      <a:rPr lang="en-GB" i="1">
                        <a:latin typeface="Cambria Math" panose="02040503050406030204" pitchFamily="18" charset="0"/>
                      </a:rPr>
                      <m:t>𝑦</m:t>
                    </m:r>
                  </m:oMath>
                </a14:m>
                <a:r>
                  <a:rPr lang="en-US" dirty="0"/>
                  <a:t>, as input, </a:t>
                </a:r>
              </a:p>
              <a:p>
                <a:pPr marL="457200" lvl="1" indent="0">
                  <a:buNone/>
                </a:pPr>
                <a:endParaRPr lang="en-US" dirty="0"/>
              </a:p>
              <a:p>
                <a:pPr marL="457200" lvl="1" indent="0">
                  <a:buNone/>
                </a:pPr>
                <a:r>
                  <a:rPr lang="en-US" dirty="0"/>
                  <a:t>	</a:t>
                </a:r>
              </a:p>
              <a:p>
                <a:pPr marL="457200" lvl="1" indent="0">
                  <a:buNone/>
                </a:pPr>
                <a:endParaRPr lang="en-US" dirty="0"/>
              </a:p>
              <a:p>
                <a:pPr marL="457200" lvl="1" indent="0">
                  <a:buNone/>
                </a:pPr>
                <a:endParaRPr lang="en-US" dirty="0"/>
              </a:p>
              <a:p>
                <a:pPr lvl="1"/>
                <a:endParaRPr lang="en-US" dirty="0"/>
              </a:p>
              <a:p>
                <a:pPr lvl="1"/>
                <a:r>
                  <a:rPr lang="en-US" dirty="0"/>
                  <a:t>Trains a </a:t>
                </a:r>
                <a:r>
                  <a:rPr lang="en-US" i="1" dirty="0"/>
                  <a:t>linear function/model </a:t>
                </a:r>
                <a:r>
                  <a:rPr lang="en-US" dirty="0"/>
                  <a:t>(e.g. </a:t>
                </a:r>
                <a14:m>
                  <m:oMath xmlns:m="http://schemas.openxmlformats.org/officeDocument/2006/math">
                    <m:r>
                      <a:rPr lang="en-GB" i="1">
                        <a:latin typeface="Cambria Math" panose="02040503050406030204" pitchFamily="18" charset="0"/>
                      </a:rPr>
                      <m:t>h</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r>
                      <a:rPr lang="en-GB" i="1">
                        <a:latin typeface="Cambria Math" panose="02040503050406030204" pitchFamily="18" charset="0"/>
                      </a:rPr>
                      <m:t>𝑥</m:t>
                    </m:r>
                  </m:oMath>
                </a14:m>
                <a:r>
                  <a:rPr lang="en-US" dirty="0"/>
                  <a:t>) as a </a:t>
                </a:r>
                <a:r>
                  <a:rPr lang="en-US" i="1" dirty="0"/>
                  <a:t>hypothesis</a:t>
                </a:r>
                <a:r>
                  <a:rPr lang="en-US" dirty="0"/>
                  <a:t> to approximate the </a:t>
                </a:r>
                <a:r>
                  <a:rPr lang="en-US" i="1" dirty="0"/>
                  <a:t>linear</a:t>
                </a:r>
                <a:r>
                  <a:rPr lang="en-US" dirty="0"/>
                  <a:t> </a:t>
                </a:r>
                <a:r>
                  <a:rPr lang="en-US" i="1" dirty="0"/>
                  <a:t>relationship</a:t>
                </a:r>
                <a:r>
                  <a:rPr lang="en-US" dirty="0"/>
                  <a:t> between </a:t>
                </a:r>
                <a14:m>
                  <m:oMath xmlns:m="http://schemas.openxmlformats.org/officeDocument/2006/math">
                    <m:r>
                      <a:rPr lang="en-GB" b="0" i="1" smtClean="0">
                        <a:latin typeface="Cambria Math" panose="02040503050406030204" pitchFamily="18" charset="0"/>
                      </a:rPr>
                      <m:t>𝑥</m:t>
                    </m:r>
                  </m:oMath>
                </a14:m>
                <a:r>
                  <a:rPr lang="en-US" dirty="0"/>
                  <a:t> and </a:t>
                </a:r>
                <a14:m>
                  <m:oMath xmlns:m="http://schemas.openxmlformats.org/officeDocument/2006/math">
                    <m:r>
                      <a:rPr lang="en-GB" b="0" i="1" smtClean="0">
                        <a:latin typeface="Cambria Math" panose="02040503050406030204" pitchFamily="18" charset="0"/>
                      </a:rPr>
                      <m:t>𝑦</m:t>
                    </m:r>
                  </m:oMath>
                </a14:m>
                <a:r>
                  <a:rPr lang="en-US" dirty="0"/>
                  <a:t>, </a:t>
                </a:r>
              </a:p>
              <a:p>
                <a:pPr lvl="1"/>
                <a:r>
                  <a:rPr lang="en-US" dirty="0"/>
                  <a:t>By finding the best values for the </a:t>
                </a:r>
                <a:r>
                  <a:rPr lang="en-US" i="1" dirty="0"/>
                  <a:t>parameters/weights </a:t>
                </a:r>
                <a:r>
                  <a:rPr lang="en-US" dirty="0"/>
                  <a:t>(e.g.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oMath>
                </a14:m>
                <a:r>
                  <a:rPr lang="en-US" dirty="0"/>
                  <a:t>) so that the predicted value, </a:t>
                </a:r>
                <a14:m>
                  <m:oMath xmlns:m="http://schemas.openxmlformats.org/officeDocument/2006/math">
                    <m:acc>
                      <m:accPr>
                        <m:chr m:val="̂"/>
                        <m:ctrlPr>
                          <a:rPr lang="en-US" i="1" smtClean="0">
                            <a:latin typeface="Cambria Math" panose="02040503050406030204" pitchFamily="18" charset="0"/>
                          </a:rPr>
                        </m:ctrlPr>
                      </m:accPr>
                      <m:e>
                        <m:r>
                          <a:rPr lang="en-GB" b="0" i="1" smtClean="0">
                            <a:latin typeface="Cambria Math" panose="02040503050406030204" pitchFamily="18" charset="0"/>
                          </a:rPr>
                          <m:t>𝑦</m:t>
                        </m:r>
                      </m:e>
                    </m:acc>
                    <m:r>
                      <a:rPr lang="en-GB" b="0" i="1" smtClean="0">
                        <a:latin typeface="Cambria Math" panose="02040503050406030204" pitchFamily="18" charset="0"/>
                      </a:rPr>
                      <m:t>=</m:t>
                    </m:r>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oMath>
                </a14:m>
                <a:r>
                  <a:rPr lang="en-US" dirty="0"/>
                  <a:t>, is as close to the real value of </a:t>
                </a:r>
                <a14:m>
                  <m:oMath xmlns:m="http://schemas.openxmlformats.org/officeDocument/2006/math">
                    <m:r>
                      <m:rPr>
                        <m:sty m:val="p"/>
                      </m:rPr>
                      <a:rPr lang="en-GB" b="0" i="0" smtClean="0">
                        <a:latin typeface="Cambria Math" panose="02040503050406030204" pitchFamily="18" charset="0"/>
                      </a:rPr>
                      <m:t>y</m:t>
                    </m:r>
                  </m:oMath>
                </a14:m>
                <a:r>
                  <a:rPr lang="en-US" dirty="0"/>
                  <a:t> as possible, i.e. </a:t>
                </a:r>
                <a14:m>
                  <m:oMath xmlns:m="http://schemas.openxmlformats.org/officeDocument/2006/math">
                    <m:acc>
                      <m:accPr>
                        <m:chr m:val="̂"/>
                        <m:ctrlPr>
                          <a:rPr lang="en-US" i="1">
                            <a:latin typeface="Cambria Math" panose="02040503050406030204" pitchFamily="18" charset="0"/>
                          </a:rPr>
                        </m:ctrlPr>
                      </m:accPr>
                      <m:e>
                        <m:r>
                          <a:rPr lang="en-GB" i="1">
                            <a:latin typeface="Cambria Math" panose="02040503050406030204" pitchFamily="18" charset="0"/>
                          </a:rPr>
                          <m:t>𝑦</m:t>
                        </m:r>
                      </m:e>
                    </m:acc>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𝑓</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oMath>
                </a14:m>
                <a:endParaRPr lang="en-US" dirty="0"/>
              </a:p>
              <a:p>
                <a:pPr lvl="1"/>
                <a:r>
                  <a:rPr lang="en-US" dirty="0"/>
                  <a:t>Uses the trained model to make prediction, e.g. given </a:t>
                </a:r>
                <a14:m>
                  <m:oMath xmlns:m="http://schemas.openxmlformats.org/officeDocument/2006/math">
                    <m:r>
                      <a:rPr lang="en-GB" i="1" smtClean="0">
                        <a:solidFill>
                          <a:srgbClr val="FF0000"/>
                        </a:solidFill>
                        <a:latin typeface="Cambria Math" panose="02040503050406030204" pitchFamily="18" charset="0"/>
                      </a:rPr>
                      <m:t>𝑥</m:t>
                    </m:r>
                    <m:r>
                      <a:rPr lang="en-GB" i="1" smtClean="0">
                        <a:solidFill>
                          <a:srgbClr val="FF0000"/>
                        </a:solidFill>
                        <a:latin typeface="Cambria Math" panose="02040503050406030204" pitchFamily="18" charset="0"/>
                      </a:rPr>
                      <m:t>=2.5</m:t>
                    </m:r>
                  </m:oMath>
                </a14:m>
                <a:r>
                  <a:rPr lang="en-US" dirty="0"/>
                  <a:t>, predict </a:t>
                </a:r>
                <a14:m>
                  <m:oMath xmlns:m="http://schemas.openxmlformats.org/officeDocument/2006/math">
                    <m:r>
                      <a:rPr lang="en-GB" i="1" smtClean="0">
                        <a:solidFill>
                          <a:srgbClr val="FF0000"/>
                        </a:solidFill>
                        <a:latin typeface="Cambria Math" panose="02040503050406030204" pitchFamily="18" charset="0"/>
                      </a:rPr>
                      <m:t>𝑦</m:t>
                    </m:r>
                    <m:r>
                      <a:rPr lang="en-GB" i="1">
                        <a:solidFill>
                          <a:srgbClr val="FF0000"/>
                        </a:solidFill>
                        <a:latin typeface="Cambria Math" panose="02040503050406030204" pitchFamily="18" charset="0"/>
                        <a:ea typeface="Cambria Math" panose="02040503050406030204" pitchFamily="18" charset="0"/>
                      </a:rPr>
                      <m:t>≈</m:t>
                    </m:r>
                    <m:acc>
                      <m:accPr>
                        <m:chr m:val="̂"/>
                        <m:ctrlPr>
                          <a:rPr lang="en-GB" i="1" smtClean="0">
                            <a:solidFill>
                              <a:srgbClr val="FF0000"/>
                            </a:solidFill>
                            <a:latin typeface="Cambria Math" panose="02040503050406030204" pitchFamily="18" charset="0"/>
                            <a:ea typeface="Cambria Math" panose="02040503050406030204" pitchFamily="18" charset="0"/>
                          </a:rPr>
                        </m:ctrlPr>
                      </m:accPr>
                      <m:e>
                        <m:r>
                          <a:rPr lang="en-GB" b="0" i="1" smtClean="0">
                            <a:solidFill>
                              <a:srgbClr val="FF0000"/>
                            </a:solidFill>
                            <a:latin typeface="Cambria Math" panose="02040503050406030204" pitchFamily="18" charset="0"/>
                            <a:ea typeface="Cambria Math" panose="02040503050406030204" pitchFamily="18" charset="0"/>
                          </a:rPr>
                          <m:t>𝑦</m:t>
                        </m:r>
                      </m:e>
                    </m:acc>
                    <m:r>
                      <a:rPr lang="en-GB" b="0" i="1" smtClean="0">
                        <a:solidFill>
                          <a:srgbClr val="FF0000"/>
                        </a:solidFill>
                        <a:latin typeface="Cambria Math" panose="02040503050406030204" pitchFamily="18" charset="0"/>
                      </a:rPr>
                      <m:t>=</m:t>
                    </m:r>
                    <m:r>
                      <a:rPr lang="en-GB" i="1" smtClean="0">
                        <a:solidFill>
                          <a:srgbClr val="FF0000"/>
                        </a:solidFill>
                        <a:latin typeface="Cambria Math" panose="02040503050406030204" pitchFamily="18" charset="0"/>
                        <a:ea typeface="Cambria Math" panose="02040503050406030204" pitchFamily="18" charset="0"/>
                      </a:rPr>
                      <m:t> </m:t>
                    </m:r>
                    <m:r>
                      <a:rPr lang="en-GB" b="0" i="1" smtClean="0">
                        <a:solidFill>
                          <a:srgbClr val="FF0000"/>
                        </a:solidFill>
                        <a:latin typeface="Cambria Math" panose="02040503050406030204" pitchFamily="18" charset="0"/>
                      </a:rPr>
                      <m:t>3.8</m:t>
                    </m:r>
                  </m:oMath>
                </a14:m>
                <a:r>
                  <a:rPr lang="en-US" dirty="0"/>
                  <a:t>,</a:t>
                </a:r>
                <a:r>
                  <a:rPr lang="en-GB" dirty="0">
                    <a:solidFill>
                      <a:srgbClr val="FF0000"/>
                    </a:solidFill>
                  </a:rPr>
                  <a:t> </a:t>
                </a:r>
                <a14:m>
                  <m:oMath xmlns:m="http://schemas.openxmlformats.org/officeDocument/2006/math">
                    <m:r>
                      <a:rPr lang="en-GB" i="1">
                        <a:solidFill>
                          <a:srgbClr val="FF0000"/>
                        </a:solidFill>
                        <a:latin typeface="Cambria Math" panose="02040503050406030204" pitchFamily="18" charset="0"/>
                      </a:rPr>
                      <m:t>𝑥</m:t>
                    </m:r>
                    <m:r>
                      <a:rPr lang="en-GB" i="1">
                        <a:solidFill>
                          <a:srgbClr val="FF0000"/>
                        </a:solidFill>
                        <a:latin typeface="Cambria Math" panose="02040503050406030204" pitchFamily="18" charset="0"/>
                      </a:rPr>
                      <m:t>=5.5</m:t>
                    </m:r>
                  </m:oMath>
                </a14:m>
                <a:r>
                  <a:rPr lang="en-US" dirty="0"/>
                  <a:t>, predict </a:t>
                </a:r>
                <a14:m>
                  <m:oMath xmlns:m="http://schemas.openxmlformats.org/officeDocument/2006/math">
                    <m:r>
                      <a:rPr lang="en-GB" i="1">
                        <a:solidFill>
                          <a:srgbClr val="FF0000"/>
                        </a:solidFill>
                        <a:latin typeface="Cambria Math" panose="02040503050406030204" pitchFamily="18" charset="0"/>
                      </a:rPr>
                      <m:t>𝑦</m:t>
                    </m:r>
                    <m:r>
                      <a:rPr lang="en-GB" i="1">
                        <a:solidFill>
                          <a:srgbClr val="FF0000"/>
                        </a:solidFill>
                        <a:latin typeface="Cambria Math" panose="02040503050406030204" pitchFamily="18" charset="0"/>
                        <a:ea typeface="Cambria Math" panose="02040503050406030204" pitchFamily="18" charset="0"/>
                      </a:rPr>
                      <m:t>≈</m:t>
                    </m:r>
                    <m:acc>
                      <m:accPr>
                        <m:chr m:val="̂"/>
                        <m:ctrlPr>
                          <a:rPr lang="en-GB" i="1">
                            <a:solidFill>
                              <a:srgbClr val="FF0000"/>
                            </a:solidFill>
                            <a:latin typeface="Cambria Math" panose="02040503050406030204" pitchFamily="18" charset="0"/>
                            <a:ea typeface="Cambria Math" panose="02040503050406030204" pitchFamily="18" charset="0"/>
                          </a:rPr>
                        </m:ctrlPr>
                      </m:accPr>
                      <m:e>
                        <m:r>
                          <a:rPr lang="en-GB" i="1">
                            <a:solidFill>
                              <a:srgbClr val="FF0000"/>
                            </a:solidFill>
                            <a:latin typeface="Cambria Math" panose="02040503050406030204" pitchFamily="18" charset="0"/>
                            <a:ea typeface="Cambria Math" panose="02040503050406030204" pitchFamily="18" charset="0"/>
                          </a:rPr>
                          <m:t>𝑦</m:t>
                        </m:r>
                      </m:e>
                    </m:acc>
                    <m:r>
                      <a:rPr lang="en-GB" i="1">
                        <a:solidFill>
                          <a:srgbClr val="FF0000"/>
                        </a:solidFill>
                        <a:latin typeface="Cambria Math" panose="02040503050406030204" pitchFamily="18" charset="0"/>
                      </a:rPr>
                      <m:t>=</m:t>
                    </m:r>
                    <m:r>
                      <a:rPr lang="en-GB" i="1">
                        <a:solidFill>
                          <a:srgbClr val="FF0000"/>
                        </a:solidFill>
                        <a:latin typeface="Cambria Math" panose="02040503050406030204" pitchFamily="18" charset="0"/>
                        <a:ea typeface="Cambria Math" panose="02040503050406030204" pitchFamily="18" charset="0"/>
                      </a:rPr>
                      <m:t> </m:t>
                    </m:r>
                    <m:r>
                      <a:rPr lang="en-GB" i="1">
                        <a:solidFill>
                          <a:srgbClr val="FF0000"/>
                        </a:solidFill>
                        <a:latin typeface="Cambria Math" panose="02040503050406030204" pitchFamily="18" charset="0"/>
                      </a:rPr>
                      <m:t> 8.0</m:t>
                    </m:r>
                  </m:oMath>
                </a14:m>
                <a:endParaRPr lang="en-US" dirty="0"/>
              </a:p>
            </p:txBody>
          </p:sp>
        </mc:Choice>
        <mc:Fallback xmlns="">
          <p:sp>
            <p:nvSpPr>
              <p:cNvPr id="3" name="Content Placeholder 2">
                <a:extLst>
                  <a:ext uri="{FF2B5EF4-FFF2-40B4-BE49-F238E27FC236}">
                    <a16:creationId xmlns:a16="http://schemas.microsoft.com/office/drawing/2014/main" id="{46EDBA94-4215-904D-8B7E-8320A6532036}"/>
                  </a:ext>
                </a:extLst>
              </p:cNvPr>
              <p:cNvSpPr>
                <a:spLocks noGrp="1" noRot="1" noChangeAspect="1" noMove="1" noResize="1" noEditPoints="1" noAdjustHandles="1" noChangeArrowheads="1" noChangeShapeType="1" noTextEdit="1"/>
              </p:cNvSpPr>
              <p:nvPr>
                <p:ph idx="1"/>
              </p:nvPr>
            </p:nvSpPr>
            <p:spPr>
              <a:xfrm>
                <a:off x="838200" y="1825625"/>
                <a:ext cx="5894070" cy="4351338"/>
              </a:xfrm>
              <a:blipFill>
                <a:blip r:embed="rId3"/>
                <a:stretch>
                  <a:fillRect l="-1078" t="-261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2FB636F-2A93-8E4F-810E-4224E1593831}"/>
              </a:ext>
            </a:extLst>
          </p:cNvPr>
          <p:cNvSpPr txBox="1"/>
          <p:nvPr/>
        </p:nvSpPr>
        <p:spPr>
          <a:xfrm>
            <a:off x="5640705" y="2971800"/>
            <a:ext cx="65" cy="276999"/>
          </a:xfrm>
          <a:prstGeom prst="rect">
            <a:avLst/>
          </a:prstGeom>
          <a:noFill/>
        </p:spPr>
        <p:txBody>
          <a:bodyPr wrap="none" lIns="0" tIns="0" rIns="0" bIns="0" rtlCol="0">
            <a:spAutoFit/>
          </a:bodyPr>
          <a:lstStyle/>
          <a:p>
            <a:endParaRPr lang="en-GB"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AB8E07E-94C3-614C-AC72-31507E40D464}"/>
                  </a:ext>
                </a:extLst>
              </p:cNvPr>
              <p:cNvSpPr/>
              <p:nvPr/>
            </p:nvSpPr>
            <p:spPr>
              <a:xfrm>
                <a:off x="7785772" y="1689736"/>
                <a:ext cx="3568028" cy="923330"/>
              </a:xfrm>
              <a:prstGeom prst="rect">
                <a:avLst/>
              </a:prstGeom>
            </p:spPr>
            <p:txBody>
              <a:bodyPr wrap="none">
                <a:spAutoFit/>
              </a:bodyPr>
              <a:lstStyle/>
              <a:p>
                <a:r>
                  <a:rPr lang="en-GB" dirty="0"/>
                  <a:t>Hypothesis for </a:t>
                </a:r>
                <a14:m>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𝑦</m:t>
                        </m:r>
                      </m:e>
                    </m:acc>
                  </m:oMath>
                </a14:m>
                <a:r>
                  <a:rPr lang="en-GB" dirty="0"/>
                  <a:t>: </a:t>
                </a:r>
                <a14:m>
                  <m:oMath xmlns:m="http://schemas.openxmlformats.org/officeDocument/2006/math">
                    <m:r>
                      <a:rPr lang="en-GB" i="1">
                        <a:latin typeface="Cambria Math" panose="02040503050406030204" pitchFamily="18" charset="0"/>
                      </a:rPr>
                      <m:t>h</m:t>
                    </m:r>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r>
                      <a:rPr lang="en-GB" b="0" i="1" smtClean="0">
                        <a:latin typeface="Cambria Math" panose="02040503050406030204" pitchFamily="18" charset="0"/>
                      </a:rPr>
                      <m:t>𝑥</m:t>
                    </m:r>
                  </m:oMath>
                </a14:m>
                <a:r>
                  <a:rPr lang="en-GB" dirty="0"/>
                  <a:t>?</a:t>
                </a:r>
              </a:p>
              <a:p>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0</m:t>
                        </m:r>
                      </m:sub>
                    </m:sSub>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oMath>
                </a14:m>
                <a:r>
                  <a:rPr lang="en-GB" dirty="0"/>
                  <a:t>? so that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𝑦</m:t>
                        </m:r>
                      </m:e>
                    </m:acc>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𝑓</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oMath>
                </a14:m>
                <a:r>
                  <a:rPr lang="en-GB" dirty="0"/>
                  <a:t>?</a:t>
                </a:r>
              </a:p>
              <a:p>
                <a:endParaRPr lang="en-GB" dirty="0"/>
              </a:p>
            </p:txBody>
          </p:sp>
        </mc:Choice>
        <mc:Fallback xmlns="">
          <p:sp>
            <p:nvSpPr>
              <p:cNvPr id="6" name="Rectangle 5">
                <a:extLst>
                  <a:ext uri="{FF2B5EF4-FFF2-40B4-BE49-F238E27FC236}">
                    <a16:creationId xmlns:a16="http://schemas.microsoft.com/office/drawing/2014/main" id="{EAB8E07E-94C3-614C-AC72-31507E40D464}"/>
                  </a:ext>
                </a:extLst>
              </p:cNvPr>
              <p:cNvSpPr>
                <a:spLocks noRot="1" noChangeAspect="1" noMove="1" noResize="1" noEditPoints="1" noAdjustHandles="1" noChangeArrowheads="1" noChangeShapeType="1" noTextEdit="1"/>
              </p:cNvSpPr>
              <p:nvPr/>
            </p:nvSpPr>
            <p:spPr>
              <a:xfrm>
                <a:off x="7785772" y="1689736"/>
                <a:ext cx="3568028" cy="923330"/>
              </a:xfrm>
              <a:prstGeom prst="rect">
                <a:avLst/>
              </a:prstGeom>
              <a:blipFill>
                <a:blip r:embed="rId4"/>
                <a:stretch>
                  <a:fillRect l="-1064" t="-1351" r="-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2F5E083-A178-304F-9554-BBF01CCEEDE1}"/>
                  </a:ext>
                </a:extLst>
              </p:cNvPr>
              <p:cNvSpPr txBox="1"/>
              <p:nvPr/>
            </p:nvSpPr>
            <p:spPr>
              <a:xfrm>
                <a:off x="3232476" y="2386211"/>
                <a:ext cx="730648" cy="13329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m>
                                <m:mPr>
                                  <m:mcs>
                                    <m:mc>
                                      <m:mcPr>
                                        <m:count m:val="1"/>
                                        <m:mcJc m:val="center"/>
                                      </m:mcPr>
                                    </m:mc>
                                  </m:mcs>
                                  <m:ctrlPr>
                                    <a:rPr lang="en-GB" i="1" smtClean="0">
                                      <a:latin typeface="Cambria Math" panose="02040503050406030204" pitchFamily="18" charset="0"/>
                                    </a:rPr>
                                  </m:ctrlPr>
                                </m:mPr>
                                <m:mr>
                                  <m:e>
                                    <m:r>
                                      <m:rPr>
                                        <m:brk m:alnAt="7"/>
                                      </m:rPr>
                                      <a:rPr lang="en-GB" b="0" i="1" smtClean="0">
                                        <a:latin typeface="Cambria Math" panose="02040503050406030204" pitchFamily="18" charset="0"/>
                                      </a:rPr>
                                      <m:t>2</m:t>
                                    </m:r>
                                    <m:r>
                                      <a:rPr lang="en-GB" b="0" i="1" smtClean="0">
                                        <a:latin typeface="Cambria Math" panose="02040503050406030204" pitchFamily="18" charset="0"/>
                                      </a:rPr>
                                      <m:t>.5</m:t>
                                    </m:r>
                                  </m:e>
                                </m:mr>
                                <m:mr>
                                  <m:e>
                                    <m:r>
                                      <a:rPr lang="en-GB" b="0" i="1" smtClean="0">
                                        <a:latin typeface="Cambria Math" panose="02040503050406030204" pitchFamily="18" charset="0"/>
                                      </a:rPr>
                                      <m:t>5.0</m:t>
                                    </m:r>
                                  </m:e>
                                </m:mr>
                                <m:mr>
                                  <m:e>
                                    <m:r>
                                      <a:rPr lang="en-GB" b="0" i="1" smtClean="0">
                                        <a:latin typeface="Cambria Math" panose="02040503050406030204" pitchFamily="18" charset="0"/>
                                      </a:rPr>
                                      <m:t>5.5</m:t>
                                    </m:r>
                                  </m:e>
                                </m:mr>
                              </m:m>
                            </m:e>
                            <m:e>
                              <m:r>
                                <a:rPr lang="en-GB" b="0" i="1" smtClean="0">
                                  <a:latin typeface="Cambria Math" panose="02040503050406030204" pitchFamily="18" charset="0"/>
                                </a:rPr>
                                <m:t>9.1</m:t>
                              </m:r>
                            </m:e>
                          </m:eqArr>
                        </m:e>
                      </m:d>
                    </m:oMath>
                  </m:oMathPara>
                </a14:m>
                <a:endParaRPr lang="en-GB" dirty="0"/>
              </a:p>
            </p:txBody>
          </p:sp>
        </mc:Choice>
        <mc:Fallback xmlns="">
          <p:sp>
            <p:nvSpPr>
              <p:cNvPr id="8" name="TextBox 7">
                <a:extLst>
                  <a:ext uri="{FF2B5EF4-FFF2-40B4-BE49-F238E27FC236}">
                    <a16:creationId xmlns:a16="http://schemas.microsoft.com/office/drawing/2014/main" id="{62F5E083-A178-304F-9554-BBF01CCEEDE1}"/>
                  </a:ext>
                </a:extLst>
              </p:cNvPr>
              <p:cNvSpPr txBox="1">
                <a:spLocks noRot="1" noChangeAspect="1" noMove="1" noResize="1" noEditPoints="1" noAdjustHandles="1" noChangeArrowheads="1" noChangeShapeType="1" noTextEdit="1"/>
              </p:cNvSpPr>
              <p:nvPr/>
            </p:nvSpPr>
            <p:spPr>
              <a:xfrm>
                <a:off x="3232476" y="2386211"/>
                <a:ext cx="730648" cy="1332994"/>
              </a:xfrm>
              <a:prstGeom prst="rect">
                <a:avLst/>
              </a:prstGeom>
              <a:blipFill>
                <a:blip r:embed="rId5"/>
                <a:stretch>
                  <a:fillRect b="-943"/>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3EDDF33B-8E2A-2C4B-978B-9CA8BB738DD4}"/>
              </a:ext>
            </a:extLst>
          </p:cNvPr>
          <p:cNvPicPr>
            <a:picLocks noChangeAspect="1"/>
          </p:cNvPicPr>
          <p:nvPr/>
        </p:nvPicPr>
        <p:blipFill>
          <a:blip r:embed="rId6"/>
          <a:stretch>
            <a:fillRect/>
          </a:stretch>
        </p:blipFill>
        <p:spPr>
          <a:xfrm>
            <a:off x="6357400" y="2406095"/>
            <a:ext cx="5656302" cy="3770868"/>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430FEDF-2EA6-3B4B-B4D0-CEC9A717AA65}"/>
                  </a:ext>
                </a:extLst>
              </p:cNvPr>
              <p:cNvSpPr txBox="1"/>
              <p:nvPr/>
            </p:nvSpPr>
            <p:spPr>
              <a:xfrm>
                <a:off x="2863055" y="2386211"/>
                <a:ext cx="554319" cy="13311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m>
                                <m:mPr>
                                  <m:mcs>
                                    <m:mc>
                                      <m:mcPr>
                                        <m:count m:val="1"/>
                                        <m:mcJc m:val="center"/>
                                      </m:mcPr>
                                    </m:mc>
                                  </m:mcs>
                                  <m:ctrlPr>
                                    <a:rPr lang="en-GB" i="1" smtClean="0">
                                      <a:latin typeface="Cambria Math" panose="02040503050406030204" pitchFamily="18" charset="0"/>
                                    </a:rPr>
                                  </m:ctrlPr>
                                </m:mPr>
                                <m:mr>
                                  <m:e>
                                    <m:r>
                                      <m:rPr>
                                        <m:brk m:alnAt="7"/>
                                      </m:rPr>
                                      <a:rPr lang="en-GB" b="0" i="1" smtClean="0">
                                        <a:latin typeface="Cambria Math" panose="02040503050406030204" pitchFamily="18" charset="0"/>
                                      </a:rPr>
                                      <m:t>2</m:t>
                                    </m:r>
                                  </m:e>
                                </m:mr>
                                <m:mr>
                                  <m:e>
                                    <m:r>
                                      <a:rPr lang="en-GB" b="0" i="1" smtClean="0">
                                        <a:latin typeface="Cambria Math" panose="02040503050406030204" pitchFamily="18" charset="0"/>
                                      </a:rPr>
                                      <m:t>3</m:t>
                                    </m:r>
                                  </m:e>
                                </m:mr>
                                <m:mr>
                                  <m:e>
                                    <m:r>
                                      <a:rPr lang="en-GB" b="0" i="1" smtClean="0">
                                        <a:latin typeface="Cambria Math" panose="02040503050406030204" pitchFamily="18" charset="0"/>
                                      </a:rPr>
                                      <m:t>4</m:t>
                                    </m:r>
                                  </m:e>
                                </m:mr>
                              </m:m>
                            </m:e>
                            <m:e>
                              <m:r>
                                <a:rPr lang="en-GB" b="0" i="1" smtClean="0">
                                  <a:latin typeface="Cambria Math" panose="02040503050406030204" pitchFamily="18" charset="0"/>
                                </a:rPr>
                                <m:t>6</m:t>
                              </m:r>
                            </m:e>
                          </m:eqArr>
                        </m:e>
                      </m:d>
                    </m:oMath>
                  </m:oMathPara>
                </a14:m>
                <a:endParaRPr lang="en-GB" dirty="0"/>
              </a:p>
            </p:txBody>
          </p:sp>
        </mc:Choice>
        <mc:Fallback xmlns="">
          <p:sp>
            <p:nvSpPr>
              <p:cNvPr id="11" name="TextBox 10">
                <a:extLst>
                  <a:ext uri="{FF2B5EF4-FFF2-40B4-BE49-F238E27FC236}">
                    <a16:creationId xmlns:a16="http://schemas.microsoft.com/office/drawing/2014/main" id="{9430FEDF-2EA6-3B4B-B4D0-CEC9A717AA65}"/>
                  </a:ext>
                </a:extLst>
              </p:cNvPr>
              <p:cNvSpPr txBox="1">
                <a:spLocks noRot="1" noChangeAspect="1" noMove="1" noResize="1" noEditPoints="1" noAdjustHandles="1" noChangeArrowheads="1" noChangeShapeType="1" noTextEdit="1"/>
              </p:cNvSpPr>
              <p:nvPr/>
            </p:nvSpPr>
            <p:spPr>
              <a:xfrm>
                <a:off x="2863055" y="2386211"/>
                <a:ext cx="554319" cy="1331198"/>
              </a:xfrm>
              <a:prstGeom prst="rect">
                <a:avLst/>
              </a:prstGeom>
              <a:blipFill>
                <a:blip r:embed="rId7"/>
                <a:stretch>
                  <a:fillRect b="-943"/>
                </a:stretch>
              </a:blipFill>
            </p:spPr>
            <p:txBody>
              <a:bodyPr/>
              <a:lstStyle/>
              <a:p>
                <a:r>
                  <a:rPr lang="en-GB">
                    <a:noFill/>
                  </a:rPr>
                  <a:t> </a:t>
                </a:r>
              </a:p>
            </p:txBody>
          </p:sp>
        </mc:Fallback>
      </mc:AlternateContent>
    </p:spTree>
    <p:extLst>
      <p:ext uri="{BB962C8B-B14F-4D97-AF65-F5344CB8AC3E}">
        <p14:creationId xmlns:p14="http://schemas.microsoft.com/office/powerpoint/2010/main" val="2276287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4AD1-CF4A-F94E-9145-1C8EB9080D98}"/>
              </a:ext>
            </a:extLst>
          </p:cNvPr>
          <p:cNvSpPr>
            <a:spLocks noGrp="1"/>
          </p:cNvSpPr>
          <p:nvPr>
            <p:ph type="title"/>
          </p:nvPr>
        </p:nvSpPr>
        <p:spPr/>
        <p:txBody>
          <a:bodyPr/>
          <a:lstStyle/>
          <a:p>
            <a:r>
              <a:rPr lang="en-US" dirty="0"/>
              <a:t>Notation - Representing the Hypothesis, Parameters and Features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37AED9-756F-F749-B584-EFACDEDA71BA}"/>
                  </a:ext>
                </a:extLst>
              </p:cNvPr>
              <p:cNvSpPr>
                <a:spLocks noGrp="1"/>
              </p:cNvSpPr>
              <p:nvPr>
                <p:ph idx="1"/>
              </p:nvPr>
            </p:nvSpPr>
            <p:spPr>
              <a:xfrm>
                <a:off x="838200" y="1825625"/>
                <a:ext cx="10168890" cy="4351338"/>
              </a:xfrm>
            </p:spPr>
            <p:txBody>
              <a:bodyPr>
                <a:normAutofit/>
              </a:bodyPr>
              <a:lstStyle/>
              <a:p>
                <a:pPr marL="0" indent="0">
                  <a:buNone/>
                </a:pPr>
                <a:r>
                  <a:rPr lang="en-US" dirty="0"/>
                  <a:t>How do we represent the </a:t>
                </a:r>
                <a:r>
                  <a:rPr lang="en-US" i="1" dirty="0"/>
                  <a:t>hypothesis</a:t>
                </a:r>
                <a:r>
                  <a:rPr lang="en-US" dirty="0"/>
                  <a:t> in terms of </a:t>
                </a:r>
                <a:r>
                  <a:rPr lang="en-US" i="1" dirty="0"/>
                  <a:t>parameters</a:t>
                </a:r>
                <a:r>
                  <a:rPr lang="en-US" dirty="0"/>
                  <a:t> and </a:t>
                </a:r>
                <a:r>
                  <a:rPr lang="en-US" i="1" dirty="0"/>
                  <a:t>features</a:t>
                </a:r>
                <a:r>
                  <a:rPr lang="en-US" dirty="0"/>
                  <a:t>?</a:t>
                </a:r>
              </a:p>
              <a:p>
                <a:r>
                  <a:rPr lang="en-US" dirty="0"/>
                  <a:t>We use </a:t>
                </a:r>
                <a14:m>
                  <m:oMath xmlns:m="http://schemas.openxmlformats.org/officeDocument/2006/math">
                    <m:r>
                      <a:rPr lang="en-GB" b="0" i="1" smtClean="0">
                        <a:latin typeface="Cambria Math" panose="02040503050406030204" pitchFamily="18" charset="0"/>
                      </a:rPr>
                      <m:t>𝑥</m:t>
                    </m:r>
                  </m:oMath>
                </a14:m>
                <a:r>
                  <a:rPr lang="en-US" dirty="0"/>
                  <a:t> to represent </a:t>
                </a:r>
                <a:r>
                  <a:rPr lang="en-US" i="1" dirty="0"/>
                  <a:t>features</a:t>
                </a:r>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to represent </a:t>
                </a:r>
                <a:r>
                  <a:rPr lang="en-US" i="1" dirty="0"/>
                  <a:t>parameters</a:t>
                </a:r>
              </a:p>
              <a:p>
                <a:pPr lvl="1"/>
                <a:r>
                  <a:rPr lang="en-US" dirty="0"/>
                  <a:t>We can have one feature and two parameters, e.g.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ea typeface="Cambria Math" panose="02040503050406030204" pitchFamily="18" charset="0"/>
                          </a:rPr>
                          <m:t>𝜃</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0</m:t>
                        </m:r>
                      </m:sub>
                    </m:sSub>
                    <m:r>
                      <a:rPr lang="en-GB" b="0" i="0"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oMath>
                </a14:m>
                <a:r>
                  <a:rPr lang="en-US" dirty="0"/>
                  <a:t>, where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oMath>
                </a14:m>
                <a:r>
                  <a:rPr lang="en-US" dirty="0"/>
                  <a:t> with </a:t>
                </a:r>
                <a14:m>
                  <m:oMath xmlns:m="http://schemas.openxmlformats.org/officeDocument/2006/math">
                    <m:sSub>
                      <m:sSubPr>
                        <m:ctrlPr>
                          <a:rPr lang="en-US"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oMath>
                </a14:m>
                <a:r>
                  <a:rPr lang="en-US" dirty="0"/>
                  <a:t> being the size of a house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ea typeface="Cambria Math" panose="02040503050406030204" pitchFamily="18" charset="0"/>
                          </a:rPr>
                          <m:t>𝜃</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oMath>
                </a14:m>
                <a:r>
                  <a:rPr lang="en-US" dirty="0"/>
                  <a:t> is the price of the house, and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0</m:t>
                        </m:r>
                      </m:sub>
                    </m:sSub>
                    <m:r>
                      <a:rPr lang="en-GB" b="0" i="1" smtClean="0">
                        <a:latin typeface="Cambria Math" panose="02040503050406030204" pitchFamily="18" charset="0"/>
                        <a:ea typeface="Cambria Math" panose="02040503050406030204" pitchFamily="18" charset="0"/>
                      </a:rPr>
                      <m:t>, </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1</m:t>
                        </m:r>
                      </m:sub>
                    </m:sSub>
                    <m:r>
                      <a:rPr lang="en-GB" b="0" i="0" smtClean="0">
                        <a:latin typeface="Cambria Math" panose="02040503050406030204" pitchFamily="18" charset="0"/>
                        <a:ea typeface="Cambria Math" panose="02040503050406030204" pitchFamily="18" charset="0"/>
                      </a:rPr>
                      <m:t>)</m:t>
                    </m:r>
                  </m:oMath>
                </a14:m>
                <a:r>
                  <a:rPr lang="en-US" dirty="0"/>
                  <a:t> representing the parameters;</a:t>
                </a:r>
              </a:p>
              <a:p>
                <a:pPr lvl="1"/>
                <a:r>
                  <a:rPr lang="en-US" dirty="0"/>
                  <a:t>We can also have two features and three parameters, e.g.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h</m:t>
                        </m:r>
                      </m:e>
                      <m:sub>
                        <m:r>
                          <a:rPr lang="en-GB" i="1" smtClean="0">
                            <a:latin typeface="Cambria Math" panose="02040503050406030204" pitchFamily="18" charset="0"/>
                            <a:ea typeface="Cambria Math" panose="02040503050406030204" pitchFamily="18" charset="0"/>
                          </a:rPr>
                          <m:t>𝜃</m:t>
                        </m:r>
                      </m:sub>
                    </m:sSub>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sSub>
                      <m:sSubPr>
                        <m:ctrlPr>
                          <a:rPr lang="en-GB"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2</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oMath>
                </a14:m>
                <a:r>
                  <a:rPr lang="en-US" dirty="0"/>
                  <a:t>, where </a:t>
                </a:r>
                <a14:m>
                  <m:oMath xmlns:m="http://schemas.openxmlformats.org/officeDocument/2006/math">
                    <m:r>
                      <a:rPr lang="en-GB" i="1">
                        <a:latin typeface="Cambria Math" panose="02040503050406030204" pitchFamily="18" charset="0"/>
                      </a:rPr>
                      <m:t>𝑥</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m:t>
                    </m:r>
                  </m:oMath>
                </a14:m>
                <a:r>
                  <a:rPr lang="en-US" dirty="0"/>
                  <a:t> with </a:t>
                </a:r>
                <a14:m>
                  <m:oMath xmlns:m="http://schemas.openxmlformats.org/officeDocument/2006/math">
                    <m:sSub>
                      <m:sSubPr>
                        <m:ctrlPr>
                          <a:rPr lang="en-US"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oMath>
                </a14:m>
                <a:r>
                  <a:rPr lang="en-US" dirty="0"/>
                  <a:t>being the size of a house, </a:t>
                </a:r>
                <a14:m>
                  <m:oMath xmlns:m="http://schemas.openxmlformats.org/officeDocument/2006/math">
                    <m:sSub>
                      <m:sSubPr>
                        <m:ctrlPr>
                          <a:rPr lang="en-US"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sub>
                    </m:sSub>
                  </m:oMath>
                </a14:m>
                <a:r>
                  <a:rPr lang="en-US" dirty="0"/>
                  <a:t> the number of bedrooms and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h</m:t>
                        </m:r>
                      </m:e>
                      <m:sub>
                        <m:r>
                          <a:rPr lang="en-GB" i="1" smtClean="0">
                            <a:latin typeface="Cambria Math" panose="02040503050406030204" pitchFamily="18" charset="0"/>
                            <a:ea typeface="Cambria Math" panose="02040503050406030204" pitchFamily="18" charset="0"/>
                          </a:rPr>
                          <m:t>𝜃</m:t>
                        </m:r>
                      </m:sub>
                    </m:sSub>
                    <m:d>
                      <m:dPr>
                        <m:ctrlPr>
                          <a:rPr lang="en-GB" i="1">
                            <a:latin typeface="Cambria Math" panose="02040503050406030204" pitchFamily="18" charset="0"/>
                          </a:rPr>
                        </m:ctrlPr>
                      </m:dPr>
                      <m:e>
                        <m:r>
                          <a:rPr lang="en-GB" i="1">
                            <a:latin typeface="Cambria Math" panose="02040503050406030204" pitchFamily="18" charset="0"/>
                          </a:rPr>
                          <m:t>𝑥</m:t>
                        </m:r>
                      </m:e>
                    </m:d>
                  </m:oMath>
                </a14:m>
                <a:r>
                  <a:rPr lang="en-US" dirty="0"/>
                  <a:t> the price of the house, and and </a:t>
                </a:r>
                <a14:m>
                  <m:oMath xmlns:m="http://schemas.openxmlformats.org/officeDocument/2006/math">
                    <m:r>
                      <a:rPr lang="en-US"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r>
                      <a:rPr lang="en-GB" b="0" i="1" smtClean="0">
                        <a:latin typeface="Cambria Math" panose="02040503050406030204" pitchFamily="18" charset="0"/>
                        <a:ea typeface="Cambria Math" panose="02040503050406030204" pitchFamily="18" charset="0"/>
                      </a:rPr>
                      <m:t>, </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2</m:t>
                        </m:r>
                      </m:sub>
                    </m:sSub>
                    <m:r>
                      <a:rPr lang="en-GB" b="0" i="0" smtClean="0">
                        <a:latin typeface="Cambria Math" panose="02040503050406030204" pitchFamily="18" charset="0"/>
                      </a:rPr>
                      <m:t>)</m:t>
                    </m:r>
                  </m:oMath>
                </a14:m>
                <a:r>
                  <a:rPr lang="en-US" dirty="0"/>
                  <a:t> representing the parameters .</a:t>
                </a:r>
              </a:p>
            </p:txBody>
          </p:sp>
        </mc:Choice>
        <mc:Fallback xmlns="">
          <p:sp>
            <p:nvSpPr>
              <p:cNvPr id="3" name="Content Placeholder 2">
                <a:extLst>
                  <a:ext uri="{FF2B5EF4-FFF2-40B4-BE49-F238E27FC236}">
                    <a16:creationId xmlns:a16="http://schemas.microsoft.com/office/drawing/2014/main" id="{F137AED9-756F-F749-B584-EFACDEDA71BA}"/>
                  </a:ext>
                </a:extLst>
              </p:cNvPr>
              <p:cNvSpPr>
                <a:spLocks noGrp="1" noRot="1" noChangeAspect="1" noMove="1" noResize="1" noEditPoints="1" noAdjustHandles="1" noChangeArrowheads="1" noChangeShapeType="1" noTextEdit="1"/>
              </p:cNvSpPr>
              <p:nvPr>
                <p:ph idx="1"/>
              </p:nvPr>
            </p:nvSpPr>
            <p:spPr>
              <a:xfrm>
                <a:off x="838200" y="1825625"/>
                <a:ext cx="10168890" cy="4351338"/>
              </a:xfrm>
              <a:blipFill>
                <a:blip r:embed="rId3"/>
                <a:stretch>
                  <a:fillRect l="-1248" t="-2326" r="-375"/>
                </a:stretch>
              </a:blipFill>
            </p:spPr>
            <p:txBody>
              <a:bodyPr/>
              <a:lstStyle/>
              <a:p>
                <a:r>
                  <a:rPr lang="en-US">
                    <a:noFill/>
                  </a:rPr>
                  <a:t> </a:t>
                </a:r>
              </a:p>
            </p:txBody>
          </p:sp>
        </mc:Fallback>
      </mc:AlternateContent>
    </p:spTree>
    <p:extLst>
      <p:ext uri="{BB962C8B-B14F-4D97-AF65-F5344CB8AC3E}">
        <p14:creationId xmlns:p14="http://schemas.microsoft.com/office/powerpoint/2010/main" val="1339422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4AD1-CF4A-F94E-9145-1C8EB9080D98}"/>
              </a:ext>
            </a:extLst>
          </p:cNvPr>
          <p:cNvSpPr>
            <a:spLocks noGrp="1"/>
          </p:cNvSpPr>
          <p:nvPr>
            <p:ph type="title"/>
          </p:nvPr>
        </p:nvSpPr>
        <p:spPr/>
        <p:txBody>
          <a:bodyPr/>
          <a:lstStyle/>
          <a:p>
            <a:r>
              <a:rPr lang="en-US" dirty="0"/>
              <a:t>Notation - Representing the Hypothesis, Parameters and Features Using Vectors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37AED9-756F-F749-B584-EFACDEDA71BA}"/>
                  </a:ext>
                </a:extLst>
              </p:cNvPr>
              <p:cNvSpPr>
                <a:spLocks noGrp="1"/>
              </p:cNvSpPr>
              <p:nvPr>
                <p:ph idx="1"/>
              </p:nvPr>
            </p:nvSpPr>
            <p:spPr/>
            <p:txBody>
              <a:bodyPr>
                <a:normAutofit fontScale="85000" lnSpcReduction="10000"/>
              </a:bodyPr>
              <a:lstStyle/>
              <a:p>
                <a:r>
                  <a:rPr lang="en-US" dirty="0"/>
                  <a:t>We can now have a generalized representation of the hypothesis, </a:t>
                </a:r>
                <a14:m>
                  <m:oMath xmlns:m="http://schemas.openxmlformats.org/officeDocument/2006/math">
                    <m:r>
                      <a:rPr lang="en-GB" b="0" i="1" smtClean="0">
                        <a:latin typeface="Cambria Math" panose="02040503050406030204" pitchFamily="18" charset="0"/>
                      </a:rPr>
                      <m:t>h</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oMath>
                </a14:m>
                <a:r>
                  <a:rPr lang="en-US" dirty="0"/>
                  <a:t>, with </a:t>
                </a:r>
                <a14:m>
                  <m:oMath xmlns:m="http://schemas.openxmlformats.org/officeDocument/2006/math">
                    <m:r>
                      <a:rPr lang="en-GB" b="0" i="1" smtClean="0">
                        <a:latin typeface="Cambria Math" panose="02040503050406030204" pitchFamily="18" charset="0"/>
                      </a:rPr>
                      <m:t>𝑛</m:t>
                    </m:r>
                  </m:oMath>
                </a14:m>
                <a:r>
                  <a:rPr lang="en-US" dirty="0"/>
                  <a:t> features:</a:t>
                </a:r>
              </a:p>
              <a:p>
                <a:pPr marL="0" indent="0">
                  <a:buNone/>
                </a:pPr>
                <a:endParaRPr lang="en-US" dirty="0"/>
              </a:p>
              <a:p>
                <a:pPr marL="457200" lvl="1"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ea typeface="Cambria Math" panose="02040503050406030204" pitchFamily="18" charset="0"/>
                          </a:rPr>
                          <m:t>𝜃</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oMath>
                </a14:m>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0</m:t>
                        </m:r>
                      </m:sub>
                    </m:sSub>
                    <m:sSub>
                      <m:sSubPr>
                        <m:ctrlPr>
                          <a:rPr lang="en-GB"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0</m:t>
                        </m:r>
                      </m:sub>
                    </m:sSub>
                    <m:r>
                      <a:rPr lang="en-GB">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𝑛</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𝑛</m:t>
                        </m:r>
                      </m:sub>
                    </m:sSub>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𝑗</m:t>
                        </m:r>
                        <m:r>
                          <a:rPr lang="en-GB" i="1">
                            <a:latin typeface="Cambria Math" panose="02040503050406030204" pitchFamily="18" charset="0"/>
                          </a:rPr>
                          <m:t>=0</m:t>
                        </m:r>
                      </m:sub>
                      <m:sup>
                        <m:r>
                          <a:rPr lang="en-GB" i="1">
                            <a:latin typeface="Cambria Math" panose="02040503050406030204" pitchFamily="18" charset="0"/>
                          </a:rPr>
                          <m:t>𝑛</m:t>
                        </m:r>
                      </m:sup>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𝑗</m:t>
                            </m:r>
                          </m:sub>
                        </m:sSub>
                      </m:e>
                    </m:nary>
                  </m:oMath>
                </a14:m>
                <a:r>
                  <a:rPr lang="en-US" dirty="0"/>
                  <a:t>, where </a:t>
                </a:r>
                <a14:m>
                  <m:oMath xmlns:m="http://schemas.openxmlformats.org/officeDocument/2006/math">
                    <m:sSub>
                      <m:sSubPr>
                        <m:ctrlPr>
                          <a:rPr lang="en-US"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0</m:t>
                        </m:r>
                      </m:sub>
                    </m:sSub>
                    <m:r>
                      <a:rPr lang="en-GB" b="0" i="1" smtClean="0">
                        <a:latin typeface="Cambria Math" panose="02040503050406030204" pitchFamily="18" charset="0"/>
                      </a:rPr>
                      <m:t>=1</m:t>
                    </m:r>
                  </m:oMath>
                </a14:m>
                <a:r>
                  <a:rPr lang="en-US" dirty="0"/>
                  <a:t>, i.e. a dummy feature</a:t>
                </a:r>
              </a:p>
              <a:p>
                <a:pPr marL="914400" lvl="2" indent="0">
                  <a:buNone/>
                </a:pPr>
                <a:endParaRPr lang="en-US" dirty="0"/>
              </a:p>
              <a:p>
                <a:r>
                  <a:rPr lang="en-US" dirty="0"/>
                  <a:t>We can use two </a:t>
                </a:r>
                <a:r>
                  <a:rPr lang="en-US" i="1" dirty="0"/>
                  <a:t>vectors</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and </a:t>
                </a:r>
                <a14:m>
                  <m:oMath xmlns:m="http://schemas.openxmlformats.org/officeDocument/2006/math">
                    <m:r>
                      <a:rPr lang="en-GB" b="0" i="1" smtClean="0">
                        <a:latin typeface="Cambria Math" panose="02040503050406030204" pitchFamily="18" charset="0"/>
                      </a:rPr>
                      <m:t>𝑥</m:t>
                    </m:r>
                  </m:oMath>
                </a14:m>
                <a:r>
                  <a:rPr lang="en-US" dirty="0"/>
                  <a:t>,  to represent parameters and features:</a:t>
                </a:r>
              </a:p>
              <a:p>
                <a:pPr marL="457200" lvl="1" indent="0">
                  <a:buNone/>
                </a:pPr>
                <a:endParaRPr lang="en-US" dirty="0"/>
              </a:p>
              <a:p>
                <a:pPr marL="457200" lvl="1" indent="0" algn="just">
                  <a:buNone/>
                </a:pP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d>
                      <m:dPr>
                        <m:ctrlPr>
                          <a:rPr lang="en-GB" b="0" i="1" smtClean="0">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0</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 …,</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𝑛</m:t>
                            </m:r>
                          </m:sub>
                        </m:sSub>
                      </m:e>
                    </m:d>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0</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2</m:t>
                        </m:r>
                      </m:sub>
                    </m:sSub>
                    <m:r>
                      <a:rPr lang="en-GB" i="1">
                        <a:latin typeface="Cambria Math" panose="02040503050406030204" pitchFamily="18" charset="0"/>
                        <a:ea typeface="Cambria Math" panose="02040503050406030204" pitchFamily="18" charset="0"/>
                      </a:rPr>
                      <m:t>, …,</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𝑛</m:t>
                        </m:r>
                      </m:sub>
                    </m:sSub>
                    <m:r>
                      <a:rPr lang="en-GB" b="0" i="1" smtClean="0">
                        <a:latin typeface="Cambria Math" panose="02040503050406030204" pitchFamily="18" charset="0"/>
                        <a:ea typeface="Cambria Math" panose="02040503050406030204" pitchFamily="18" charset="0"/>
                      </a:rPr>
                      <m:t>)</m:t>
                    </m:r>
                    <m:r>
                      <a:rPr lang="en-GB" i="1" smtClean="0">
                        <a:latin typeface="Cambria Math" panose="02040503050406030204" pitchFamily="18" charset="0"/>
                        <a:ea typeface="Cambria Math" panose="02040503050406030204" pitchFamily="18" charset="0"/>
                      </a:rPr>
                      <m:t> </m:t>
                    </m:r>
                  </m:oMath>
                </a14:m>
                <a:r>
                  <a:rPr lang="en-US" dirty="0"/>
                  <a:t>	so that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ea typeface="Cambria Math" panose="02040503050406030204" pitchFamily="18" charset="0"/>
                          </a:rPr>
                          <m:t>𝜃</m:t>
                        </m:r>
                      </m:sub>
                    </m:sSub>
                    <m:d>
                      <m:dPr>
                        <m:ctrlPr>
                          <a:rPr lang="en-GB" i="1">
                            <a:latin typeface="Cambria Math" panose="02040503050406030204" pitchFamily="18" charset="0"/>
                          </a:rPr>
                        </m:ctrlPr>
                      </m:dPr>
                      <m:e>
                        <m:r>
                          <a:rPr lang="en-GB" i="1">
                            <a:latin typeface="Cambria Math" panose="02040503050406030204" pitchFamily="18" charset="0"/>
                          </a:rPr>
                          <m:t>𝑥</m:t>
                        </m:r>
                      </m:e>
                    </m:d>
                    <m:r>
                      <a:rPr lang="en-GB" i="1">
                        <a:latin typeface="Cambria Math" panose="02040503050406030204" pitchFamily="18" charset="0"/>
                      </a:rPr>
                      <m:t>=</m:t>
                    </m:r>
                    <m:r>
                      <a:rPr lang="en-GB" i="1" smtClean="0">
                        <a:solidFill>
                          <a:schemeClr val="tx1"/>
                        </a:solidFill>
                        <a:latin typeface="Cambria Math" panose="02040503050406030204" pitchFamily="18" charset="0"/>
                        <a:ea typeface="Cambria Math" panose="02040503050406030204" pitchFamily="18" charset="0"/>
                      </a:rPr>
                      <m:t>𝜃</m:t>
                    </m:r>
                    <m:r>
                      <a:rPr lang="en-GB" i="1" smtClean="0">
                        <a:solidFill>
                          <a:schemeClr val="tx1"/>
                        </a:solidFill>
                        <a:latin typeface="Cambria Math" panose="02040503050406030204" pitchFamily="18" charset="0"/>
                        <a:ea typeface="Cambria Math" panose="02040503050406030204" pitchFamily="18" charset="0"/>
                      </a:rPr>
                      <m:t>∙</m:t>
                    </m:r>
                    <m:r>
                      <a:rPr lang="en-GB" b="0" i="1" smtClean="0">
                        <a:solidFill>
                          <a:schemeClr val="tx1"/>
                        </a:solidFill>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𝑗</m:t>
                        </m:r>
                        <m:r>
                          <a:rPr lang="en-GB" i="1">
                            <a:latin typeface="Cambria Math" panose="02040503050406030204" pitchFamily="18" charset="0"/>
                          </a:rPr>
                          <m:t>=0</m:t>
                        </m:r>
                      </m:sub>
                      <m:sup>
                        <m:r>
                          <a:rPr lang="en-GB" i="1">
                            <a:latin typeface="Cambria Math" panose="02040503050406030204" pitchFamily="18" charset="0"/>
                          </a:rPr>
                          <m:t>𝑛</m:t>
                        </m:r>
                      </m:sup>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𝑗</m:t>
                            </m:r>
                          </m:sub>
                        </m:sSub>
                      </m:e>
                    </m:nary>
                  </m:oMath>
                </a14:m>
                <a:endParaRPr lang="en-GB" b="0" i="1" dirty="0">
                  <a:latin typeface="Cambria Math" panose="02040503050406030204" pitchFamily="18" charset="0"/>
                </a:endParaRPr>
              </a:p>
              <a:p>
                <a:pPr marL="457200" lvl="1" indent="0" algn="just">
                  <a:buNone/>
                </a:pPr>
                <a:endParaRPr lang="en-GB" b="0" i="1" dirty="0">
                  <a:latin typeface="Cambria Math" panose="02040503050406030204" pitchFamily="18" charset="0"/>
                </a:endParaRPr>
              </a:p>
              <a:p>
                <a:pPr lvl="1" algn="just"/>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ea typeface="Cambria Math" panose="02040503050406030204" pitchFamily="18" charset="0"/>
                          </a:rPr>
                          <m:t>𝜃</m:t>
                        </m:r>
                      </m:sub>
                    </m:sSub>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m:rPr>
                        <m:nor/>
                      </m:rPr>
                      <a:rPr lang="en-US"/>
                      <m:t> </m:t>
                    </m:r>
                    <m:r>
                      <m:rPr>
                        <m:nor/>
                      </m:rPr>
                      <a:rPr lang="en-US"/>
                      <m:t>represents</m:t>
                    </m:r>
                    <m:r>
                      <m:rPr>
                        <m:nor/>
                      </m:rPr>
                      <a:rPr lang="en-US"/>
                      <m:t> </m:t>
                    </m:r>
                    <m:r>
                      <m:rPr>
                        <m:nor/>
                      </m:rPr>
                      <a:rPr lang="en-US"/>
                      <m:t>the</m:t>
                    </m:r>
                    <m:r>
                      <m:rPr>
                        <m:nor/>
                      </m:rPr>
                      <a:rPr lang="en-US"/>
                      <m:t> </m:t>
                    </m:r>
                    <m:r>
                      <m:rPr>
                        <m:nor/>
                      </m:rPr>
                      <a:rPr lang="en-US"/>
                      <m:t>hypothesis</m:t>
                    </m:r>
                    <m:r>
                      <m:rPr>
                        <m:nor/>
                      </m:rPr>
                      <a:rPr lang="en-US"/>
                      <m:t>/</m:t>
                    </m:r>
                    <m:r>
                      <m:rPr>
                        <m:nor/>
                      </m:rPr>
                      <a:rPr lang="en-US"/>
                      <m:t>prediction</m:t>
                    </m:r>
                    <m:r>
                      <m:rPr>
                        <m:nor/>
                      </m:rPr>
                      <a:rPr lang="en-US"/>
                      <m:t> </m:t>
                    </m:r>
                    <m:r>
                      <m:rPr>
                        <m:nor/>
                      </m:rPr>
                      <a:rPr lang="en-US"/>
                      <m:t>as</m:t>
                    </m:r>
                    <m:r>
                      <m:rPr>
                        <m:nor/>
                      </m:rPr>
                      <a:rPr lang="en-US"/>
                      <m:t> </m:t>
                    </m:r>
                    <m:r>
                      <m:rPr>
                        <m:nor/>
                      </m:rPr>
                      <a:rPr lang="en-US"/>
                      <m:t>output</m:t>
                    </m:r>
                    <m:r>
                      <m:rPr>
                        <m:nor/>
                      </m:rPr>
                      <a:rPr lang="en-US"/>
                      <m:t>/</m:t>
                    </m:r>
                    <m:r>
                      <m:rPr>
                        <m:nor/>
                      </m:rPr>
                      <a:rPr lang="en-US"/>
                      <m:t>target</m:t>
                    </m:r>
                  </m:oMath>
                </a14:m>
                <a:endParaRPr lang="en-US" dirty="0"/>
              </a:p>
              <a:p>
                <a:pPr lvl="1" algn="just"/>
                <a14:m>
                  <m:oMath xmlns:m="http://schemas.openxmlformats.org/officeDocument/2006/math">
                    <m:r>
                      <a:rPr lang="en-GB" i="1">
                        <a:latin typeface="Cambria Math" panose="02040503050406030204" pitchFamily="18" charset="0"/>
                      </a:rPr>
                      <m:t>𝑛</m:t>
                    </m:r>
                  </m:oMath>
                </a14:m>
                <a:r>
                  <a:rPr lang="en-US" dirty="0"/>
                  <a:t> represents the number of features</a:t>
                </a:r>
              </a:p>
              <a:p>
                <a:pPr lvl="1"/>
                <a14:m>
                  <m:oMath xmlns:m="http://schemas.openxmlformats.org/officeDocument/2006/math">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𝑥</m:t>
                    </m:r>
                    <m:r>
                      <m:rPr>
                        <m:nor/>
                      </m:rPr>
                      <a:rPr lang="en-US"/>
                      <m:t> </m:t>
                    </m:r>
                    <m:r>
                      <m:rPr>
                        <m:nor/>
                      </m:rPr>
                      <a:rPr lang="en-GB" b="0" i="0" smtClean="0"/>
                      <m:t>is</m:t>
                    </m:r>
                    <m:r>
                      <m:rPr>
                        <m:nor/>
                      </m:rPr>
                      <a:rPr lang="en-US"/>
                      <m:t> </m:t>
                    </m:r>
                    <m:r>
                      <m:rPr>
                        <m:nor/>
                      </m:rPr>
                      <a:rPr lang="en-US"/>
                      <m:t>the</m:t>
                    </m:r>
                    <m:r>
                      <m:rPr>
                        <m:nor/>
                      </m:rPr>
                      <a:rPr lang="en-US"/>
                      <m:t> </m:t>
                    </m:r>
                    <m:r>
                      <m:rPr>
                        <m:nor/>
                      </m:rPr>
                      <a:rPr lang="en-US" i="1"/>
                      <m:t>dot</m:t>
                    </m:r>
                    <m:r>
                      <m:rPr>
                        <m:nor/>
                      </m:rPr>
                      <a:rPr lang="en-US" i="1"/>
                      <m:t> </m:t>
                    </m:r>
                    <m:r>
                      <m:rPr>
                        <m:nor/>
                      </m:rPr>
                      <a:rPr lang="en-US" i="1"/>
                      <m:t>product</m:t>
                    </m:r>
                    <m:r>
                      <m:rPr>
                        <m:nor/>
                      </m:rPr>
                      <a:rPr lang="en-US" i="1"/>
                      <m:t> </m:t>
                    </m:r>
                    <m:r>
                      <m:rPr>
                        <m:nor/>
                      </m:rPr>
                      <a:rPr lang="en-US"/>
                      <m:t>of</m:t>
                    </m:r>
                    <m:r>
                      <m:rPr>
                        <m:nor/>
                      </m:rPr>
                      <a:rPr lang="en-US"/>
                      <m:t> </m:t>
                    </m:r>
                    <m:r>
                      <m:rPr>
                        <m:nor/>
                      </m:rPr>
                      <a:rPr lang="en-US"/>
                      <m:t>two</m:t>
                    </m:r>
                    <m:r>
                      <m:rPr>
                        <m:nor/>
                      </m:rPr>
                      <a:rPr lang="en-US"/>
                      <m:t> </m:t>
                    </m:r>
                    <m:r>
                      <m:rPr>
                        <m:nor/>
                      </m:rPr>
                      <a:rPr lang="en-US"/>
                      <m:t>vectors</m:t>
                    </m:r>
                  </m:oMath>
                </a14:m>
                <a:r>
                  <a:rPr lang="en-US" dirty="0"/>
                  <a:t>, is a </a:t>
                </a:r>
                <a:r>
                  <a:rPr lang="en-US" i="1" dirty="0"/>
                  <a:t>scalar</a:t>
                </a:r>
                <a:r>
                  <a:rPr lang="en-US" dirty="0"/>
                  <a:t> (i.e. number). For example, </a:t>
                </a:r>
              </a:p>
              <a:p>
                <a:pPr marL="457200" lvl="1" indent="0">
                  <a:buNone/>
                </a:pPr>
                <a:r>
                  <a:rPr lang="en-US" dirty="0"/>
                  <a:t>	</a:t>
                </a:r>
                <a14:m>
                  <m:oMath xmlns:m="http://schemas.openxmlformats.org/officeDocument/2006/math">
                    <m:r>
                      <a:rPr lang="en-GB" b="0" i="0" smtClean="0">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 2, 3)</m:t>
                    </m:r>
                    <m:r>
                      <a:rPr lang="en-GB" i="1" smtClean="0">
                        <a:latin typeface="Cambria Math" panose="02040503050406030204" pitchFamily="18" charset="0"/>
                        <a:ea typeface="Cambria Math" panose="02040503050406030204" pitchFamily="18" charset="0"/>
                      </a:rPr>
                      <m:t> </m:t>
                    </m:r>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(7, 9, 11)</m:t>
                    </m:r>
                    <m:r>
                      <a:rPr lang="en-GB" i="1" smtClean="0">
                        <a:latin typeface="Cambria Math" panose="02040503050406030204" pitchFamily="18" charset="0"/>
                        <a:ea typeface="Cambria Math" panose="02040503050406030204" pitchFamily="18" charset="0"/>
                      </a:rPr>
                      <m:t> </m:t>
                    </m:r>
                    <m:r>
                      <a:rPr lang="en-GB" i="1">
                        <a:latin typeface="Cambria Math" panose="02040503050406030204" pitchFamily="18" charset="0"/>
                      </a:rPr>
                      <m:t>=1</m:t>
                    </m:r>
                    <m:r>
                      <a:rPr lang="en-GB" i="1">
                        <a:latin typeface="Cambria Math" panose="02040503050406030204" pitchFamily="18" charset="0"/>
                        <a:ea typeface="Cambria Math" panose="02040503050406030204" pitchFamily="18" charset="0"/>
                      </a:rPr>
                      <m:t>×7+2×9+3+11=58</m:t>
                    </m:r>
                  </m:oMath>
                </a14:m>
                <a:endParaRPr lang="en-US" dirty="0"/>
              </a:p>
              <a:p>
                <a:pPr marL="457200" lvl="1" indent="0">
                  <a:buNone/>
                </a:pPr>
                <a:endParaRPr lang="en-US" dirty="0"/>
              </a:p>
            </p:txBody>
          </p:sp>
        </mc:Choice>
        <mc:Fallback>
          <p:sp>
            <p:nvSpPr>
              <p:cNvPr id="3" name="Content Placeholder 2">
                <a:extLst>
                  <a:ext uri="{FF2B5EF4-FFF2-40B4-BE49-F238E27FC236}">
                    <a16:creationId xmlns:a16="http://schemas.microsoft.com/office/drawing/2014/main" id="{F137AED9-756F-F749-B584-EFACDEDA71BA}"/>
                  </a:ext>
                </a:extLst>
              </p:cNvPr>
              <p:cNvSpPr>
                <a:spLocks noGrp="1" noRot="1" noChangeAspect="1" noMove="1" noResize="1" noEditPoints="1" noAdjustHandles="1" noChangeArrowheads="1" noChangeShapeType="1" noTextEdit="1"/>
              </p:cNvSpPr>
              <p:nvPr>
                <p:ph idx="1"/>
              </p:nvPr>
            </p:nvSpPr>
            <p:spPr>
              <a:blipFill>
                <a:blip r:embed="rId3"/>
                <a:stretch>
                  <a:fillRect l="-844" t="-2616" b="-1453"/>
                </a:stretch>
              </a:blipFill>
            </p:spPr>
            <p:txBody>
              <a:bodyPr/>
              <a:lstStyle/>
              <a:p>
                <a:r>
                  <a:rPr lang="en-US">
                    <a:noFill/>
                  </a:rPr>
                  <a:t> </a:t>
                </a:r>
              </a:p>
            </p:txBody>
          </p:sp>
        </mc:Fallback>
      </mc:AlternateContent>
    </p:spTree>
    <p:extLst>
      <p:ext uri="{BB962C8B-B14F-4D97-AF65-F5344CB8AC3E}">
        <p14:creationId xmlns:p14="http://schemas.microsoft.com/office/powerpoint/2010/main" val="2851547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4AD1-CF4A-F94E-9145-1C8EB9080D98}"/>
              </a:ext>
            </a:extLst>
          </p:cNvPr>
          <p:cNvSpPr>
            <a:spLocks noGrp="1"/>
          </p:cNvSpPr>
          <p:nvPr>
            <p:ph type="title"/>
          </p:nvPr>
        </p:nvSpPr>
        <p:spPr/>
        <p:txBody>
          <a:bodyPr/>
          <a:lstStyle/>
          <a:p>
            <a:r>
              <a:rPr lang="en-US" dirty="0"/>
              <a:t>Notation - Representing the Hypothesis, Parameters and Features Using Matrices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37AED9-756F-F749-B584-EFACDEDA71BA}"/>
                  </a:ext>
                </a:extLst>
              </p:cNvPr>
              <p:cNvSpPr>
                <a:spLocks noGrp="1"/>
              </p:cNvSpPr>
              <p:nvPr>
                <p:ph idx="1"/>
              </p:nvPr>
            </p:nvSpPr>
            <p:spPr/>
            <p:txBody>
              <a:bodyPr>
                <a:normAutofit fontScale="70000" lnSpcReduction="20000"/>
              </a:bodyPr>
              <a:lstStyle/>
              <a:p>
                <a:pPr marL="0" indent="0">
                  <a:buNone/>
                </a:pPr>
                <a:r>
                  <a:rPr lang="en-US" dirty="0"/>
                  <a:t>We can further generalize our representation using </a:t>
                </a:r>
                <a:r>
                  <a:rPr lang="en-US" i="1" dirty="0"/>
                  <a:t>matrices</a:t>
                </a:r>
                <a:r>
                  <a:rPr lang="en-US" dirty="0"/>
                  <a:t> to represent all the training examples and multiply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with each example in one matrix operation:</a:t>
                </a:r>
              </a:p>
              <a:p>
                <a:pPr marL="0" indent="0">
                  <a:buNone/>
                </a:pPr>
                <a:endParaRPr lang="en-US" dirty="0"/>
              </a:p>
              <a:p>
                <a:pPr marL="457200" lvl="1" indent="0">
                  <a:buNone/>
                </a:pPr>
                <a:endParaRPr lang="en-US" dirty="0"/>
              </a:p>
              <a:p>
                <a:pPr marL="457200" lvl="1" indent="0">
                  <a:buNone/>
                </a:pPr>
                <a14:m>
                  <m:oMath xmlns:m="http://schemas.openxmlformats.org/officeDocument/2006/math">
                    <m:r>
                      <a:rPr lang="en-US"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d>
                      <m:dPr>
                        <m:begChr m:val="["/>
                        <m:endChr m:val="]"/>
                        <m:ctrlPr>
                          <a:rPr lang="en-GB" i="1">
                            <a:latin typeface="Cambria Math" panose="02040503050406030204" pitchFamily="18" charset="0"/>
                            <a:ea typeface="Cambria Math" panose="02040503050406030204" pitchFamily="18" charset="0"/>
                          </a:rPr>
                        </m:ctrlPr>
                      </m:dPr>
                      <m:e>
                        <m:m>
                          <m:mPr>
                            <m:mcs>
                              <m:mc>
                                <m:mcPr>
                                  <m:count m:val="1"/>
                                  <m:mcJc m:val="center"/>
                                </m:mcPr>
                              </m:mc>
                            </m:mcs>
                            <m:ctrlPr>
                              <a:rPr lang="en-GB" i="1">
                                <a:latin typeface="Cambria Math" panose="02040503050406030204" pitchFamily="18" charset="0"/>
                                <a:ea typeface="Cambria Math" panose="02040503050406030204" pitchFamily="18" charset="0"/>
                              </a:rPr>
                            </m:ctrlPr>
                          </m:mP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0</m:t>
                                  </m:r>
                                </m:sub>
                              </m:sSub>
                            </m:e>
                          </m:m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mr>
                          <m:mr>
                            <m:e>
                              <m:eqArr>
                                <m:eqArrPr>
                                  <m:ctrlPr>
                                    <a:rPr lang="en-GB" i="1">
                                      <a:latin typeface="Cambria Math" panose="02040503050406030204" pitchFamily="18" charset="0"/>
                                      <a:ea typeface="Cambria Math" panose="02040503050406030204" pitchFamily="18" charset="0"/>
                                    </a:rPr>
                                  </m:ctrlPr>
                                </m:eqArrPr>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2</m:t>
                                      </m:r>
                                    </m:sub>
                                  </m:sSub>
                                </m:e>
                                <m:e>
                                  <m:r>
                                    <a:rPr lang="en-GB" i="1">
                                      <a:latin typeface="Cambria Math" panose="02040503050406030204" pitchFamily="18" charset="0"/>
                                      <a:ea typeface="Cambria Math" panose="02040503050406030204" pitchFamily="18" charset="0"/>
                                    </a:rPr>
                                    <m:t>⋮</m:t>
                                  </m:r>
                                </m:e>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𝑛</m:t>
                                      </m:r>
                                    </m:sub>
                                  </m:sSub>
                                </m:e>
                              </m:eqArr>
                            </m:e>
                          </m:mr>
                        </m:m>
                      </m:e>
                    </m:d>
                  </m:oMath>
                </a14:m>
                <a:r>
                  <a:rPr lang="en-GB" b="0" dirty="0">
                    <a:ea typeface="Cambria Math" panose="02040503050406030204" pitchFamily="18" charset="0"/>
                  </a:rPr>
                  <a:t> 		</a:t>
                </a:r>
                <a14:m>
                  <m:oMath xmlns:m="http://schemas.openxmlformats.org/officeDocument/2006/math">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m:t>
                    </m:r>
                    <m:d>
                      <m:dPr>
                        <m:begChr m:val="["/>
                        <m:endChr m:val="]"/>
                        <m:ctrlPr>
                          <a:rPr lang="en-GB" i="1">
                            <a:latin typeface="Cambria Math" panose="02040503050406030204" pitchFamily="18" charset="0"/>
                            <a:ea typeface="Cambria Math" panose="02040503050406030204" pitchFamily="18" charset="0"/>
                          </a:rPr>
                        </m:ctrlPr>
                      </m:dPr>
                      <m:e>
                        <m:eqArr>
                          <m:eqArrPr>
                            <m:ctrlPr>
                              <a:rPr lang="en-GB" i="1">
                                <a:latin typeface="Cambria Math" panose="02040503050406030204" pitchFamily="18" charset="0"/>
                                <a:ea typeface="Cambria Math" panose="02040503050406030204" pitchFamily="18" charset="0"/>
                              </a:rPr>
                            </m:ctrlPr>
                          </m:eqArrPr>
                          <m:e>
                            <m:m>
                              <m:mPr>
                                <m:mcs>
                                  <m:mc>
                                    <m:mcPr>
                                      <m:count m:val="1"/>
                                      <m:mcJc m:val="center"/>
                                    </m:mcPr>
                                  </m:mc>
                                </m:mcs>
                                <m:ctrlPr>
                                  <a:rPr lang="en-GB" i="1">
                                    <a:latin typeface="Cambria Math" panose="02040503050406030204" pitchFamily="18" charset="0"/>
                                    <a:ea typeface="Cambria Math" panose="02040503050406030204" pitchFamily="18" charset="0"/>
                                  </a:rPr>
                                </m:ctrlPr>
                              </m:mPr>
                              <m:mr>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0</m:t>
                                      </m:r>
                                    </m:sub>
                                    <m:sup>
                                      <m:r>
                                        <a:rPr lang="en-GB" i="1">
                                          <a:latin typeface="Cambria Math" panose="02040503050406030204" pitchFamily="18" charset="0"/>
                                          <a:ea typeface="Cambria Math" panose="02040503050406030204" pitchFamily="18" charset="0"/>
                                        </a:rPr>
                                        <m:t>(1)</m:t>
                                      </m:r>
                                    </m:sup>
                                  </m:sSubSup>
                                </m:e>
                              </m:mr>
                              <m:mr>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0</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r>
                                        <a:rPr lang="en-GB" i="1">
                                          <a:latin typeface="Cambria Math" panose="02040503050406030204" pitchFamily="18" charset="0"/>
                                          <a:ea typeface="Cambria Math" panose="02040503050406030204" pitchFamily="18" charset="0"/>
                                        </a:rPr>
                                        <m:t>)</m:t>
                                      </m:r>
                                    </m:sup>
                                  </m:sSubSup>
                                </m:e>
                              </m:mr>
                              <m:mr>
                                <m:e>
                                  <m:r>
                                    <a:rPr lang="en-GB" i="1">
                                      <a:latin typeface="Cambria Math" panose="02040503050406030204" pitchFamily="18" charset="0"/>
                                      <a:ea typeface="Cambria Math" panose="02040503050406030204" pitchFamily="18" charset="0"/>
                                    </a:rPr>
                                    <m:t>⋮</m:t>
                                  </m:r>
                                </m:e>
                              </m:mr>
                            </m:m>
                          </m:e>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0</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bSup>
                          </m:e>
                        </m:eqArr>
                        <m:m>
                          <m:mPr>
                            <m:mcs>
                              <m:mc>
                                <m:mcPr>
                                  <m:count m:val="1"/>
                                  <m:mcJc m:val="center"/>
                                </m:mcPr>
                              </m:mc>
                            </m:mcs>
                            <m:ctrlPr>
                              <a:rPr lang="en-GB" i="1">
                                <a:latin typeface="Cambria Math" panose="02040503050406030204" pitchFamily="18" charset="0"/>
                                <a:ea typeface="Cambria Math" panose="02040503050406030204" pitchFamily="18" charset="0"/>
                              </a:rPr>
                            </m:ctrlPr>
                          </m:mPr>
                          <m:mr>
                            <m:e>
                              <m:eqArr>
                                <m:eqArrPr>
                                  <m:ctrlPr>
                                    <a:rPr lang="en-GB" i="1">
                                      <a:latin typeface="Cambria Math" panose="02040503050406030204" pitchFamily="18" charset="0"/>
                                      <a:ea typeface="Cambria Math" panose="02040503050406030204" pitchFamily="18" charset="0"/>
                                    </a:rPr>
                                  </m:ctrlPr>
                                </m:eqArrPr>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1</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m:t>
                                      </m:r>
                                    </m:sup>
                                  </m:sSubSup>
                                </m:e>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1</m:t>
                                      </m:r>
                                    </m:sub>
                                    <m:sup>
                                      <m:r>
                                        <a:rPr lang="en-GB" i="1">
                                          <a:latin typeface="Cambria Math" panose="02040503050406030204" pitchFamily="18" charset="0"/>
                                          <a:ea typeface="Cambria Math" panose="02040503050406030204" pitchFamily="18" charset="0"/>
                                        </a:rPr>
                                        <m:t>(2)</m:t>
                                      </m:r>
                                    </m:sup>
                                  </m:sSubSup>
                                </m:e>
                              </m:eqArr>
                            </m:e>
                          </m:mr>
                          <m:mr>
                            <m:e>
                              <m:r>
                                <a:rPr lang="en-GB" i="1">
                                  <a:latin typeface="Cambria Math" panose="02040503050406030204" pitchFamily="18" charset="0"/>
                                  <a:ea typeface="Cambria Math" panose="02040503050406030204" pitchFamily="18" charset="0"/>
                                </a:rPr>
                                <m:t>⋮</m:t>
                              </m:r>
                            </m:e>
                          </m:mr>
                          <m:mr>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1</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bSup>
                            </m:e>
                          </m:mr>
                        </m:m>
                        <m:m>
                          <m:mPr>
                            <m:mcs>
                              <m:mc>
                                <m:mcPr>
                                  <m:count m:val="1"/>
                                  <m:mcJc m:val="center"/>
                                </m:mcPr>
                              </m:mc>
                            </m:mcs>
                            <m:ctrlPr>
                              <a:rPr lang="en-GB" i="1">
                                <a:latin typeface="Cambria Math" panose="02040503050406030204" pitchFamily="18" charset="0"/>
                                <a:ea typeface="Cambria Math" panose="02040503050406030204" pitchFamily="18" charset="0"/>
                              </a:rPr>
                            </m:ctrlPr>
                          </m:mPr>
                          <m:mr>
                            <m:e>
                              <m:r>
                                <m:rPr>
                                  <m:brk m:alnAt="7"/>
                                </m:rPr>
                                <a:rPr lang="en-GB" i="1">
                                  <a:latin typeface="Cambria Math" panose="02040503050406030204" pitchFamily="18" charset="0"/>
                                  <a:ea typeface="Cambria Math" panose="02040503050406030204" pitchFamily="18" charset="0"/>
                                </a:rPr>
                                <m:t>…</m:t>
                              </m:r>
                            </m:e>
                          </m:mr>
                          <m:mr>
                            <m:e>
                              <m:r>
                                <a:rPr lang="en-GB" i="1">
                                  <a:latin typeface="Cambria Math" panose="02040503050406030204" pitchFamily="18" charset="0"/>
                                  <a:ea typeface="Cambria Math" panose="02040503050406030204" pitchFamily="18" charset="0"/>
                                </a:rPr>
                                <m:t>…</m:t>
                              </m:r>
                            </m:e>
                          </m:mr>
                          <m:mr>
                            <m:e>
                              <m:r>
                                <a:rPr lang="en-GB" i="1">
                                  <a:latin typeface="Cambria Math" panose="02040503050406030204" pitchFamily="18" charset="0"/>
                                  <a:ea typeface="Cambria Math" panose="02040503050406030204" pitchFamily="18" charset="0"/>
                                </a:rPr>
                                <m:t>…</m:t>
                              </m:r>
                            </m:e>
                          </m:mr>
                        </m:m>
                        <m:m>
                          <m:mPr>
                            <m:mcs>
                              <m:mc>
                                <m:mcPr>
                                  <m:count m:val="1"/>
                                  <m:mcJc m:val="center"/>
                                </m:mcPr>
                              </m:mc>
                            </m:mcs>
                            <m:ctrlPr>
                              <a:rPr lang="en-GB" i="1">
                                <a:latin typeface="Cambria Math" panose="02040503050406030204" pitchFamily="18" charset="0"/>
                                <a:ea typeface="Cambria Math" panose="02040503050406030204" pitchFamily="18" charset="0"/>
                              </a:rPr>
                            </m:ctrlPr>
                          </m:mPr>
                          <m:mr>
                            <m:e>
                              <m:eqArr>
                                <m:eqArrPr>
                                  <m:ctrlPr>
                                    <a:rPr lang="en-GB" i="1">
                                      <a:latin typeface="Cambria Math" panose="02040503050406030204" pitchFamily="18" charset="0"/>
                                      <a:ea typeface="Cambria Math" panose="02040503050406030204" pitchFamily="18" charset="0"/>
                                    </a:rPr>
                                  </m:ctrlPr>
                                </m:eqArrPr>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𝑛</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1</m:t>
                                      </m:r>
                                      <m:r>
                                        <a:rPr lang="en-GB" i="1">
                                          <a:latin typeface="Cambria Math" panose="02040503050406030204" pitchFamily="18" charset="0"/>
                                          <a:ea typeface="Cambria Math" panose="02040503050406030204" pitchFamily="18" charset="0"/>
                                        </a:rPr>
                                        <m:t>)</m:t>
                                      </m:r>
                                    </m:sup>
                                  </m:sSubSup>
                                </m:e>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𝑛</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r>
                                        <a:rPr lang="en-GB" i="1">
                                          <a:latin typeface="Cambria Math" panose="02040503050406030204" pitchFamily="18" charset="0"/>
                                          <a:ea typeface="Cambria Math" panose="02040503050406030204" pitchFamily="18" charset="0"/>
                                        </a:rPr>
                                        <m:t>)</m:t>
                                      </m:r>
                                    </m:sup>
                                  </m:sSubSup>
                                </m:e>
                              </m:eqArr>
                            </m:e>
                          </m:mr>
                          <m:mr>
                            <m:e>
                              <m:r>
                                <a:rPr lang="en-GB" i="1">
                                  <a:latin typeface="Cambria Math" panose="02040503050406030204" pitchFamily="18" charset="0"/>
                                  <a:ea typeface="Cambria Math" panose="02040503050406030204" pitchFamily="18" charset="0"/>
                                </a:rPr>
                                <m:t>⋮</m:t>
                              </m:r>
                            </m:e>
                          </m:mr>
                          <m:mr>
                            <m:e>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𝑛</m:t>
                                  </m:r>
                                </m:sub>
                                <m:sup>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bSup>
                            </m:e>
                          </m:mr>
                        </m:m>
                      </m:e>
                    </m:d>
                  </m:oMath>
                </a14:m>
                <a:r>
                  <a:rPr lang="en-GB" dirty="0">
                    <a:ea typeface="Cambria Math" panose="02040503050406030204" pitchFamily="18" charset="0"/>
                  </a:rPr>
                  <a:t>	</a:t>
                </a:r>
                <a:r>
                  <a:rPr lang="en-US" dirty="0">
                    <a:ea typeface="Cambria Math" panose="02040503050406030204" pitchFamily="18" charset="0"/>
                  </a:rPr>
                  <a:t> </a:t>
                </a:r>
                <a:r>
                  <a:rPr lang="en-GB" dirty="0">
                    <a:ea typeface="Cambria Math" panose="02040503050406030204" pitchFamily="18" charset="0"/>
                  </a:rPr>
                  <a:t>	</a:t>
                </a:r>
                <a14:m>
                  <m:oMath xmlns:m="http://schemas.openxmlformats.org/officeDocument/2006/math">
                    <m:r>
                      <m:rPr>
                        <m:sty m:val="p"/>
                      </m:rPr>
                      <a:rPr lang="en-GB" b="0" i="0" smtClean="0">
                        <a:latin typeface="Cambria Math" panose="02040503050406030204" pitchFamily="18" charset="0"/>
                        <a:ea typeface="Cambria Math" panose="02040503050406030204" pitchFamily="18" charset="0"/>
                      </a:rPr>
                      <m:t>y</m:t>
                    </m:r>
                    <m:r>
                      <a:rPr lang="en-GB" i="1">
                        <a:latin typeface="Cambria Math" panose="02040503050406030204" pitchFamily="18" charset="0"/>
                        <a:ea typeface="Cambria Math" panose="02040503050406030204" pitchFamily="18" charset="0"/>
                      </a:rPr>
                      <m:t>=</m:t>
                    </m:r>
                    <m:d>
                      <m:dPr>
                        <m:begChr m:val="["/>
                        <m:endChr m:val="]"/>
                        <m:ctrlPr>
                          <a:rPr lang="en-GB" i="1">
                            <a:latin typeface="Cambria Math" panose="02040503050406030204" pitchFamily="18" charset="0"/>
                            <a:ea typeface="Cambria Math" panose="02040503050406030204" pitchFamily="18" charset="0"/>
                          </a:rPr>
                        </m:ctrlPr>
                      </m:dPr>
                      <m:e>
                        <m:eqArr>
                          <m:eqArrPr>
                            <m:ctrlPr>
                              <a:rPr lang="en-GB" i="1">
                                <a:latin typeface="Cambria Math" panose="02040503050406030204" pitchFamily="18" charset="0"/>
                                <a:ea typeface="Cambria Math" panose="02040503050406030204" pitchFamily="18" charset="0"/>
                              </a:rPr>
                            </m:ctrlPr>
                          </m:eqArrPr>
                          <m:e>
                            <m:m>
                              <m:mPr>
                                <m:mcs>
                                  <m:mc>
                                    <m:mcPr>
                                      <m:count m:val="1"/>
                                      <m:mcJc m:val="center"/>
                                    </m:mcPr>
                                  </m:mc>
                                </m:mcs>
                                <m:ctrlPr>
                                  <a:rPr lang="en-GB" i="1">
                                    <a:latin typeface="Cambria Math" panose="02040503050406030204" pitchFamily="18" charset="0"/>
                                    <a:ea typeface="Cambria Math" panose="02040503050406030204" pitchFamily="18" charset="0"/>
                                  </a:rPr>
                                </m:ctrlPr>
                              </m:mPr>
                              <m:mr>
                                <m:e>
                                  <m:sSup>
                                    <m:sSupPr>
                                      <m:ctrlPr>
                                        <a:rPr lang="en-GB" i="1">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𝑦</m:t>
                                      </m:r>
                                    </m:e>
                                    <m:sup>
                                      <m:r>
                                        <a:rPr lang="en-GB" i="1">
                                          <a:latin typeface="Cambria Math" panose="02040503050406030204" pitchFamily="18" charset="0"/>
                                          <a:ea typeface="Cambria Math" panose="02040503050406030204" pitchFamily="18" charset="0"/>
                                        </a:rPr>
                                        <m:t>(1)</m:t>
                                      </m:r>
                                    </m:sup>
                                  </m:sSup>
                                </m:e>
                              </m:mr>
                              <m:mr>
                                <m:e>
                                  <m:sSup>
                                    <m:sSupPr>
                                      <m:ctrlPr>
                                        <a:rPr lang="en-GB" i="1">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𝑦</m:t>
                                      </m:r>
                                    </m:e>
                                    <m:sup>
                                      <m:r>
                                        <a:rPr lang="en-GB" i="1">
                                          <a:latin typeface="Cambria Math" panose="02040503050406030204" pitchFamily="18" charset="0"/>
                                          <a:ea typeface="Cambria Math" panose="02040503050406030204" pitchFamily="18" charset="0"/>
                                        </a:rPr>
                                        <m:t>(2)</m:t>
                                      </m:r>
                                    </m:sup>
                                  </m:sSup>
                                </m:e>
                              </m:mr>
                              <m:mr>
                                <m:e>
                                  <m:r>
                                    <a:rPr lang="en-GB" i="1">
                                      <a:latin typeface="Cambria Math" panose="02040503050406030204" pitchFamily="18" charset="0"/>
                                      <a:ea typeface="Cambria Math" panose="02040503050406030204" pitchFamily="18" charset="0"/>
                                    </a:rPr>
                                    <m:t>⋮</m:t>
                                  </m:r>
                                </m:e>
                              </m:mr>
                            </m:m>
                          </m:e>
                          <m:e>
                            <m:sSup>
                              <m:sSupPr>
                                <m:ctrlPr>
                                  <a:rPr lang="en-GB" i="1">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𝑦</m:t>
                                </m:r>
                              </m:e>
                              <m:sup>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p>
                          </m:e>
                        </m:eqArr>
                      </m:e>
                    </m:d>
                  </m:oMath>
                </a14:m>
                <a:endParaRPr lang="en-US" dirty="0"/>
              </a:p>
              <a:p>
                <a:pPr marL="457200" lvl="1" indent="0" algn="just">
                  <a:buNone/>
                </a:pPr>
                <a:endParaRPr lang="en-GB" b="0" i="1" dirty="0">
                  <a:latin typeface="Cambria Math" panose="02040503050406030204" pitchFamily="18" charset="0"/>
                </a:endParaRPr>
              </a:p>
              <a:p>
                <a:pPr lvl="1" algn="just">
                  <a:lnSpc>
                    <a:spcPct val="120000"/>
                  </a:lnSpc>
                </a:pPr>
                <a:r>
                  <a:rPr lang="en-US" dirty="0"/>
                  <a:t>A </a:t>
                </a:r>
                <a:r>
                  <a:rPr lang="en-US" i="1" dirty="0"/>
                  <a:t>matrix</a:t>
                </a:r>
                <a:r>
                  <a:rPr lang="en-US" dirty="0"/>
                  <a:t> is </a:t>
                </a:r>
                <a:r>
                  <a:rPr lang="en-US" i="1" dirty="0"/>
                  <a:t>a </a:t>
                </a:r>
                <a:r>
                  <a:rPr lang="en-US" dirty="0"/>
                  <a:t>two-dimensional array, in which </a:t>
                </a:r>
                <a:r>
                  <a:rPr lang="en-US" i="1" dirty="0"/>
                  <a:t>each row or column is a vector </a:t>
                </a:r>
                <a:r>
                  <a:rPr lang="en-US" dirty="0"/>
                  <a:t>(a one-dimensional array). </a:t>
                </a:r>
              </a:p>
              <a:p>
                <a:pPr lvl="1" algn="just">
                  <a:lnSpc>
                    <a:spcPct val="120000"/>
                  </a:lnSpc>
                </a:pPr>
                <a14:m>
                  <m:oMath xmlns:m="http://schemas.openxmlformats.org/officeDocument/2006/math">
                    <m:r>
                      <a:rPr lang="en-GB" b="0" i="1" smtClean="0">
                        <a:latin typeface="Cambria Math" panose="02040503050406030204" pitchFamily="18" charset="0"/>
                        <a:ea typeface="Cambria Math" panose="02040503050406030204" pitchFamily="18" charset="0"/>
                      </a:rPr>
                      <m:t>𝜃</m:t>
                    </m:r>
                  </m:oMath>
                </a14:m>
                <a:r>
                  <a:rPr lang="en-US" dirty="0"/>
                  <a:t> represents the parameter matrix with one column representing a set of parameters</a:t>
                </a:r>
              </a:p>
              <a:p>
                <a:pPr lvl="1" algn="just">
                  <a:lnSpc>
                    <a:spcPct val="120000"/>
                  </a:lnSpc>
                </a:pPr>
                <a14:m>
                  <m:oMath xmlns:m="http://schemas.openxmlformats.org/officeDocument/2006/math">
                    <m:r>
                      <a:rPr lang="en-GB" b="0" i="1" smtClean="0">
                        <a:latin typeface="Cambria Math" panose="02040503050406030204" pitchFamily="18" charset="0"/>
                      </a:rPr>
                      <m:t>𝑥</m:t>
                    </m:r>
                  </m:oMath>
                </a14:m>
                <a:r>
                  <a:rPr lang="en-US" dirty="0"/>
                  <a:t> represents the feature matrix of all training examples with </a:t>
                </a:r>
                <a14:m>
                  <m:oMath xmlns:m="http://schemas.openxmlformats.org/officeDocument/2006/math">
                    <m:sSup>
                      <m:sSupPr>
                        <m:ctrlPr>
                          <a:rPr lang="en-US" i="1">
                            <a:latin typeface="Cambria Math" panose="02040503050406030204" pitchFamily="18" charset="0"/>
                          </a:rPr>
                        </m:ctrlPr>
                      </m:sSupPr>
                      <m:e>
                        <m:r>
                          <a:rPr lang="en-GB" i="1">
                            <a:latin typeface="Cambria Math" panose="02040503050406030204" pitchFamily="18" charset="0"/>
                          </a:rPr>
                          <m:t>𝑥</m:t>
                        </m:r>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oMath>
                </a14:m>
                <a:r>
                  <a:rPr lang="en-GB" i="1" dirty="0">
                    <a:latin typeface="Cambria Math" panose="02040503050406030204" pitchFamily="18" charset="0"/>
                  </a:rPr>
                  <a:t> </a:t>
                </a:r>
                <a:r>
                  <a:rPr lang="en-GB" dirty="0">
                    <a:latin typeface="Cambria Math" panose="02040503050406030204" pitchFamily="18" charset="0"/>
                  </a:rPr>
                  <a:t>representing </a:t>
                </a:r>
                <a:r>
                  <a:rPr lang="en-US" dirty="0"/>
                  <a:t>the </a:t>
                </a:r>
                <a14:m>
                  <m:oMath xmlns:m="http://schemas.openxmlformats.org/officeDocument/2006/math">
                    <m:r>
                      <a:rPr lang="en-GB" i="1">
                        <a:latin typeface="Cambria Math" panose="02040503050406030204" pitchFamily="18" charset="0"/>
                      </a:rPr>
                      <m:t>𝑖</m:t>
                    </m:r>
                  </m:oMath>
                </a14:m>
                <a:r>
                  <a:rPr lang="en-US" i="1" dirty="0" err="1"/>
                  <a:t>th</a:t>
                </a:r>
                <a:r>
                  <a:rPr lang="en-US" dirty="0"/>
                  <a:t> training example</a:t>
                </a:r>
                <a:endParaRPr lang="en-GB" i="1" dirty="0">
                  <a:latin typeface="Cambria Math" panose="02040503050406030204" pitchFamily="18" charset="0"/>
                </a:endParaRPr>
              </a:p>
              <a:p>
                <a:pPr lvl="1" algn="just">
                  <a:lnSpc>
                    <a:spcPct val="120000"/>
                  </a:lnSpc>
                </a:pPr>
                <a14:m>
                  <m:oMath xmlns:m="http://schemas.openxmlformats.org/officeDocument/2006/math">
                    <m:r>
                      <a:rPr lang="en-GB" i="1" smtClean="0">
                        <a:latin typeface="Cambria Math" panose="02040503050406030204" pitchFamily="18" charset="0"/>
                      </a:rPr>
                      <m:t>𝑦</m:t>
                    </m:r>
                  </m:oMath>
                </a14:m>
                <a:r>
                  <a:rPr lang="en-US" dirty="0"/>
                  <a:t> represents the label matrix and </a:t>
                </a:r>
                <a14:m>
                  <m:oMath xmlns:m="http://schemas.openxmlformats.org/officeDocument/2006/math">
                    <m:sSup>
                      <m:sSupPr>
                        <m:ctrlPr>
                          <a:rPr lang="en-US" i="1">
                            <a:latin typeface="Cambria Math" panose="02040503050406030204" pitchFamily="18" charset="0"/>
                          </a:rPr>
                        </m:ctrlPr>
                      </m:sSupPr>
                      <m:e>
                        <m:r>
                          <a:rPr lang="en-GB" b="0" i="1" smtClean="0">
                            <a:latin typeface="Cambria Math" panose="02040503050406030204" pitchFamily="18" charset="0"/>
                          </a:rPr>
                          <m:t>𝑦</m:t>
                        </m:r>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i="1">
                        <a:latin typeface="Cambria Math" panose="02040503050406030204" pitchFamily="18" charset="0"/>
                      </a:rPr>
                      <m:t> </m:t>
                    </m:r>
                  </m:oMath>
                </a14:m>
                <a:r>
                  <a:rPr lang="en-US" dirty="0"/>
                  <a:t>represents the label of the </a:t>
                </a:r>
                <a14:m>
                  <m:oMath xmlns:m="http://schemas.openxmlformats.org/officeDocument/2006/math">
                    <m:r>
                      <a:rPr lang="en-GB" i="1">
                        <a:latin typeface="Cambria Math" panose="02040503050406030204" pitchFamily="18" charset="0"/>
                      </a:rPr>
                      <m:t>𝑖</m:t>
                    </m:r>
                  </m:oMath>
                </a14:m>
                <a:r>
                  <a:rPr lang="en-US" i="1" dirty="0" err="1"/>
                  <a:t>th</a:t>
                </a:r>
                <a:r>
                  <a:rPr lang="en-US" dirty="0"/>
                  <a:t> training example</a:t>
                </a:r>
              </a:p>
              <a:p>
                <a:pPr lvl="1"/>
                <a14:m>
                  <m:oMath xmlns:m="http://schemas.openxmlformats.org/officeDocument/2006/math">
                    <m:r>
                      <a:rPr lang="en-GB" i="1">
                        <a:latin typeface="Cambria Math" panose="02040503050406030204" pitchFamily="18" charset="0"/>
                      </a:rPr>
                      <m:t>𝑛</m:t>
                    </m:r>
                  </m:oMath>
                </a14:m>
                <a:r>
                  <a:rPr lang="en-US" dirty="0"/>
                  <a:t> represents the number of features</a:t>
                </a:r>
              </a:p>
              <a:p>
                <a:pPr lvl="1"/>
                <a14:m>
                  <m:oMath xmlns:m="http://schemas.openxmlformats.org/officeDocument/2006/math">
                    <m:r>
                      <a:rPr lang="en-GB" i="1">
                        <a:latin typeface="Cambria Math" panose="02040503050406030204" pitchFamily="18" charset="0"/>
                      </a:rPr>
                      <m:t>𝑚</m:t>
                    </m:r>
                  </m:oMath>
                </a14:m>
                <a:r>
                  <a:rPr lang="en-US" dirty="0"/>
                  <a:t> represents the number of training examples</a:t>
                </a:r>
              </a:p>
            </p:txBody>
          </p:sp>
        </mc:Choice>
        <mc:Fallback>
          <p:sp>
            <p:nvSpPr>
              <p:cNvPr id="3" name="Content Placeholder 2">
                <a:extLst>
                  <a:ext uri="{FF2B5EF4-FFF2-40B4-BE49-F238E27FC236}">
                    <a16:creationId xmlns:a16="http://schemas.microsoft.com/office/drawing/2014/main" id="{F137AED9-756F-F749-B584-EFACDEDA71BA}"/>
                  </a:ext>
                </a:extLst>
              </p:cNvPr>
              <p:cNvSpPr>
                <a:spLocks noGrp="1" noRot="1" noChangeAspect="1" noMove="1" noResize="1" noEditPoints="1" noAdjustHandles="1" noChangeArrowheads="1" noChangeShapeType="1" noTextEdit="1"/>
              </p:cNvSpPr>
              <p:nvPr>
                <p:ph idx="1"/>
              </p:nvPr>
            </p:nvSpPr>
            <p:spPr>
              <a:blipFill>
                <a:blip r:embed="rId3"/>
                <a:stretch>
                  <a:fillRect l="-724" t="-2616"/>
                </a:stretch>
              </a:blipFill>
            </p:spPr>
            <p:txBody>
              <a:bodyPr/>
              <a:lstStyle/>
              <a:p>
                <a:r>
                  <a:rPr lang="en-US">
                    <a:noFill/>
                  </a:rPr>
                  <a:t> </a:t>
                </a:r>
              </a:p>
            </p:txBody>
          </p:sp>
        </mc:Fallback>
      </mc:AlternateContent>
    </p:spTree>
    <p:extLst>
      <p:ext uri="{BB962C8B-B14F-4D97-AF65-F5344CB8AC3E}">
        <p14:creationId xmlns:p14="http://schemas.microsoft.com/office/powerpoint/2010/main" val="1754415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4AD1-CF4A-F94E-9145-1C8EB9080D98}"/>
              </a:ext>
            </a:extLst>
          </p:cNvPr>
          <p:cNvSpPr>
            <a:spLocks noGrp="1"/>
          </p:cNvSpPr>
          <p:nvPr>
            <p:ph type="title"/>
          </p:nvPr>
        </p:nvSpPr>
        <p:spPr/>
        <p:txBody>
          <a:bodyPr/>
          <a:lstStyle/>
          <a:p>
            <a:r>
              <a:rPr lang="en-US" dirty="0"/>
              <a:t>Multiplication of Two Matrices – An Example</a:t>
            </a:r>
          </a:p>
        </p:txBody>
      </p:sp>
      <p:sp>
        <p:nvSpPr>
          <p:cNvPr id="3" name="Content Placeholder 2">
            <a:extLst>
              <a:ext uri="{FF2B5EF4-FFF2-40B4-BE49-F238E27FC236}">
                <a16:creationId xmlns:a16="http://schemas.microsoft.com/office/drawing/2014/main" id="{F137AED9-756F-F749-B584-EFACDEDA71BA}"/>
              </a:ext>
            </a:extLst>
          </p:cNvPr>
          <p:cNvSpPr>
            <a:spLocks noGrp="1"/>
          </p:cNvSpPr>
          <p:nvPr>
            <p:ph idx="1"/>
          </p:nvPr>
        </p:nvSpPr>
        <p:spPr>
          <a:xfrm>
            <a:off x="838200" y="1825625"/>
            <a:ext cx="10515600" cy="4351338"/>
          </a:xfrm>
        </p:spPr>
        <p:txBody>
          <a:bodyPr>
            <a:normAutofit/>
          </a:bodyPr>
          <a:lstStyle/>
          <a:p>
            <a:pPr marL="0" indent="0">
              <a:buNone/>
            </a:pPr>
            <a:r>
              <a:rPr lang="en-US" dirty="0"/>
              <a:t>The multiplication of two matrices is  calculated </a:t>
            </a:r>
            <a:r>
              <a:rPr lang="en-US"/>
              <a:t>by doing </a:t>
            </a:r>
            <a:r>
              <a:rPr lang="en-US" dirty="0"/>
              <a:t>the dot product of each row (a vector) in the first matrix and each column (a vector) in the second matrix:</a:t>
            </a:r>
          </a:p>
          <a:p>
            <a:pPr marL="0" indent="0">
              <a:buNone/>
            </a:pPr>
            <a:endParaRPr lang="en-US" dirty="0"/>
          </a:p>
          <a:p>
            <a:endParaRPr lang="en-US" dirty="0"/>
          </a:p>
        </p:txBody>
      </p:sp>
      <p:pic>
        <p:nvPicPr>
          <p:cNvPr id="4" name="Picture 3">
            <a:extLst>
              <a:ext uri="{FF2B5EF4-FFF2-40B4-BE49-F238E27FC236}">
                <a16:creationId xmlns:a16="http://schemas.microsoft.com/office/drawing/2014/main" id="{F34A725D-97ED-684C-AE5C-63E01F9F796B}"/>
              </a:ext>
            </a:extLst>
          </p:cNvPr>
          <p:cNvPicPr>
            <a:picLocks noChangeAspect="1"/>
          </p:cNvPicPr>
          <p:nvPr/>
        </p:nvPicPr>
        <p:blipFill>
          <a:blip r:embed="rId3"/>
          <a:stretch>
            <a:fillRect/>
          </a:stretch>
        </p:blipFill>
        <p:spPr>
          <a:xfrm>
            <a:off x="838200" y="3156744"/>
            <a:ext cx="4737100" cy="1689100"/>
          </a:xfrm>
          <a:prstGeom prst="rect">
            <a:avLst/>
          </a:prstGeom>
        </p:spPr>
      </p:pic>
      <p:pic>
        <p:nvPicPr>
          <p:cNvPr id="6" name="Picture 5">
            <a:extLst>
              <a:ext uri="{FF2B5EF4-FFF2-40B4-BE49-F238E27FC236}">
                <a16:creationId xmlns:a16="http://schemas.microsoft.com/office/drawing/2014/main" id="{3E09C69C-510C-D94F-9927-E91433E3489B}"/>
              </a:ext>
            </a:extLst>
          </p:cNvPr>
          <p:cNvPicPr>
            <a:picLocks noChangeAspect="1"/>
          </p:cNvPicPr>
          <p:nvPr/>
        </p:nvPicPr>
        <p:blipFill>
          <a:blip r:embed="rId4"/>
          <a:stretch>
            <a:fillRect/>
          </a:stretch>
        </p:blipFill>
        <p:spPr>
          <a:xfrm>
            <a:off x="6191250" y="3359944"/>
            <a:ext cx="4724400" cy="1485900"/>
          </a:xfrm>
          <a:prstGeom prst="rect">
            <a:avLst/>
          </a:prstGeom>
        </p:spPr>
      </p:pic>
      <p:pic>
        <p:nvPicPr>
          <p:cNvPr id="7" name="Picture 6">
            <a:extLst>
              <a:ext uri="{FF2B5EF4-FFF2-40B4-BE49-F238E27FC236}">
                <a16:creationId xmlns:a16="http://schemas.microsoft.com/office/drawing/2014/main" id="{93D5A604-EF27-B241-B68F-5960F16F058D}"/>
              </a:ext>
            </a:extLst>
          </p:cNvPr>
          <p:cNvPicPr>
            <a:picLocks noChangeAspect="1"/>
          </p:cNvPicPr>
          <p:nvPr/>
        </p:nvPicPr>
        <p:blipFill>
          <a:blip r:embed="rId5"/>
          <a:stretch>
            <a:fillRect/>
          </a:stretch>
        </p:blipFill>
        <p:spPr>
          <a:xfrm>
            <a:off x="6191250" y="5275263"/>
            <a:ext cx="4648200" cy="1104900"/>
          </a:xfrm>
          <a:prstGeom prst="rect">
            <a:avLst/>
          </a:prstGeom>
        </p:spPr>
      </p:pic>
    </p:spTree>
    <p:extLst>
      <p:ext uri="{BB962C8B-B14F-4D97-AF65-F5344CB8AC3E}">
        <p14:creationId xmlns:p14="http://schemas.microsoft.com/office/powerpoint/2010/main" val="149005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359369-8AF9-F74B-8F92-1087D8B49CA2}"/>
                  </a:ext>
                </a:extLst>
              </p:cNvPr>
              <p:cNvSpPr>
                <a:spLocks noGrp="1"/>
              </p:cNvSpPr>
              <p:nvPr>
                <p:ph type="title"/>
              </p:nvPr>
            </p:nvSpPr>
            <p:spPr/>
            <p:txBody>
              <a:bodyPr>
                <a:normAutofit/>
              </a:bodyPr>
              <a:lstStyle/>
              <a:p>
                <a:r>
                  <a:rPr lang="en-GB" dirty="0"/>
                  <a:t>Multiplying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with </a:t>
                </a:r>
                <a14:m>
                  <m:oMath xmlns:m="http://schemas.openxmlformats.org/officeDocument/2006/math">
                    <m:r>
                      <a:rPr lang="en-GB" b="0" i="1" smtClean="0">
                        <a:latin typeface="Cambria Math" panose="02040503050406030204" pitchFamily="18" charset="0"/>
                      </a:rPr>
                      <m:t>𝑥</m:t>
                    </m:r>
                  </m:oMath>
                </a14:m>
                <a:r>
                  <a:rPr lang="en-GB" dirty="0"/>
                  <a:t> to Make Predictions </a:t>
                </a:r>
                <a14:m>
                  <m:oMath xmlns:m="http://schemas.openxmlformats.org/officeDocument/2006/math">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𝑦</m:t>
                        </m:r>
                      </m:e>
                    </m:acc>
                  </m:oMath>
                </a14:m>
                <a:endParaRPr lang="en-GB" dirty="0"/>
              </a:p>
            </p:txBody>
          </p:sp>
        </mc:Choice>
        <mc:Fallback xmlns="">
          <p:sp>
            <p:nvSpPr>
              <p:cNvPr id="2" name="Title 1">
                <a:extLst>
                  <a:ext uri="{FF2B5EF4-FFF2-40B4-BE49-F238E27FC236}">
                    <a16:creationId xmlns:a16="http://schemas.microsoft.com/office/drawing/2014/main" id="{7A359369-8AF9-F74B-8F92-1087D8B49CA2}"/>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4E3DD2-1E03-B848-88F2-6DB534643674}"/>
                  </a:ext>
                </a:extLst>
              </p:cNvPr>
              <p:cNvSpPr>
                <a:spLocks noGrp="1"/>
              </p:cNvSpPr>
              <p:nvPr>
                <p:ph idx="1"/>
              </p:nvPr>
            </p:nvSpPr>
            <p:spPr/>
            <p:txBody>
              <a:bodyPr>
                <a:normAutofit/>
              </a:bodyPr>
              <a:lstStyle/>
              <a:p>
                <a:r>
                  <a:rPr lang="en-US" dirty="0"/>
                  <a:t>Multiply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with each example in the dataset:</a:t>
                </a:r>
              </a:p>
              <a:p>
                <a:pPr marL="0"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ea typeface="Cambria Math" panose="02040503050406030204" pitchFamily="18" charset="0"/>
                            </a:rPr>
                            <m:t>𝜃</m:t>
                          </m:r>
                        </m:sub>
                      </m:sSub>
                      <m:d>
                        <m:dPr>
                          <m:ctrlPr>
                            <a:rPr lang="en-GB" i="1">
                              <a:latin typeface="Cambria Math" panose="02040503050406030204" pitchFamily="18" charset="0"/>
                            </a:rPr>
                          </m:ctrlPr>
                        </m:dPr>
                        <m:e>
                          <m:r>
                            <a:rPr lang="en-GB" i="1">
                              <a:latin typeface="Cambria Math" panose="02040503050406030204" pitchFamily="18" charset="0"/>
                            </a:rPr>
                            <m:t>𝑥</m:t>
                          </m:r>
                        </m:e>
                      </m:d>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i="1">
                                  <a:latin typeface="Cambria Math" panose="02040503050406030204" pitchFamily="18" charset="0"/>
                                  <a:ea typeface="Cambria Math" panose="02040503050406030204" pitchFamily="18" charset="0"/>
                                </a:rPr>
                              </m:ctrlPr>
                            </m:eqArrPr>
                            <m:e>
                              <m:m>
                                <m:mPr>
                                  <m:mcs>
                                    <m:mc>
                                      <m:mcPr>
                                        <m:count m:val="1"/>
                                        <m:mcJc m:val="center"/>
                                      </m:mcPr>
                                    </m:mc>
                                  </m:mcs>
                                  <m:ctrlPr>
                                    <a:rPr lang="en-GB" i="1">
                                      <a:latin typeface="Cambria Math" panose="02040503050406030204" pitchFamily="18" charset="0"/>
                                      <a:ea typeface="Cambria Math" panose="02040503050406030204" pitchFamily="18" charset="0"/>
                                    </a:rPr>
                                  </m:ctrlPr>
                                </m:mPr>
                                <m:mr>
                                  <m:e>
                                    <m:sSubSup>
                                      <m:sSubSupPr>
                                        <m:ctrlPr>
                                          <a:rPr lang="en-GB" i="1">
                                            <a:latin typeface="Cambria Math" panose="02040503050406030204" pitchFamily="18" charset="0"/>
                                            <a:ea typeface="Cambria Math" panose="02040503050406030204" pitchFamily="18" charset="0"/>
                                          </a:rPr>
                                        </m:ctrlPr>
                                      </m:sSubSupPr>
                                      <m:e>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0</m:t>
                                            </m:r>
                                          </m:sub>
                                        </m:sSub>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0</m:t>
                                        </m:r>
                                      </m:sub>
                                      <m:sup>
                                        <m:r>
                                          <a:rPr lang="en-GB" i="1">
                                            <a:latin typeface="Cambria Math" panose="02040503050406030204" pitchFamily="18" charset="0"/>
                                            <a:ea typeface="Cambria Math" panose="02040503050406030204" pitchFamily="18" charset="0"/>
                                          </a:rPr>
                                          <m:t>(1)</m:t>
                                        </m:r>
                                      </m:sup>
                                    </m:sSubSup>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1</m:t>
                                        </m:r>
                                      </m:sub>
                                    </m:sSub>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1</m:t>
                                        </m:r>
                                      </m:sub>
                                      <m:sup>
                                        <m:r>
                                          <a:rPr lang="en-GB" i="1">
                                            <a:latin typeface="Cambria Math" panose="02040503050406030204" pitchFamily="18" charset="0"/>
                                            <a:ea typeface="Cambria Math" panose="02040503050406030204" pitchFamily="18" charset="0"/>
                                          </a:rPr>
                                          <m:t>(1)</m:t>
                                        </m:r>
                                      </m:sup>
                                    </m:sSubSup>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𝑛</m:t>
                                        </m:r>
                                      </m:sub>
                                    </m:sSub>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𝑛</m:t>
                                        </m:r>
                                      </m:sub>
                                      <m:sup>
                                        <m:r>
                                          <a:rPr lang="en-GB" i="1">
                                            <a:latin typeface="Cambria Math" panose="02040503050406030204" pitchFamily="18" charset="0"/>
                                            <a:ea typeface="Cambria Math" panose="02040503050406030204" pitchFamily="18" charset="0"/>
                                          </a:rPr>
                                          <m:t>(1)</m:t>
                                        </m:r>
                                      </m:sup>
                                    </m:sSubSup>
                                  </m:e>
                                </m:mr>
                                <m:mr>
                                  <m:e>
                                    <m:sSubSup>
                                      <m:sSubSupPr>
                                        <m:ctrlPr>
                                          <a:rPr lang="en-GB" i="1">
                                            <a:latin typeface="Cambria Math" panose="02040503050406030204" pitchFamily="18" charset="0"/>
                                            <a:ea typeface="Cambria Math" panose="02040503050406030204" pitchFamily="18" charset="0"/>
                                          </a:rPr>
                                        </m:ctrlPr>
                                      </m:sSubSupPr>
                                      <m:e>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0</m:t>
                                            </m:r>
                                          </m:sub>
                                        </m:sSub>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0</m:t>
                                        </m:r>
                                      </m:sub>
                                      <m:sup>
                                        <m:r>
                                          <a:rPr lang="en-GB" i="1">
                                            <a:latin typeface="Cambria Math" panose="02040503050406030204" pitchFamily="18" charset="0"/>
                                            <a:ea typeface="Cambria Math" panose="02040503050406030204" pitchFamily="18" charset="0"/>
                                          </a:rPr>
                                          <m:t>(2)</m:t>
                                        </m:r>
                                      </m:sup>
                                    </m:sSubSup>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1</m:t>
                                        </m:r>
                                      </m:sub>
                                    </m:sSub>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1</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r>
                                          <a:rPr lang="en-GB" i="1">
                                            <a:latin typeface="Cambria Math" panose="02040503050406030204" pitchFamily="18" charset="0"/>
                                            <a:ea typeface="Cambria Math" panose="02040503050406030204" pitchFamily="18" charset="0"/>
                                          </a:rPr>
                                          <m:t>)</m:t>
                                        </m:r>
                                      </m:sup>
                                    </m:sSubSup>
                                    <m:r>
                                      <a:rPr lang="en-GB" b="0" i="1" smtClean="0">
                                        <a:latin typeface="Cambria Math" panose="02040503050406030204" pitchFamily="18" charset="0"/>
                                        <a:ea typeface="Cambria Math" panose="02040503050406030204" pitchFamily="18" charset="0"/>
                                      </a:rPr>
                                      <m:t>+⋯+</m:t>
                                    </m:r>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𝑛</m:t>
                                        </m:r>
                                      </m:sub>
                                    </m:sSub>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𝑛</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r>
                                          <a:rPr lang="en-GB" i="1">
                                            <a:latin typeface="Cambria Math" panose="02040503050406030204" pitchFamily="18" charset="0"/>
                                            <a:ea typeface="Cambria Math" panose="02040503050406030204" pitchFamily="18" charset="0"/>
                                          </a:rPr>
                                          <m:t>)</m:t>
                                        </m:r>
                                      </m:sup>
                                    </m:sSubSup>
                                  </m:e>
                                </m:mr>
                                <m:mr>
                                  <m:e>
                                    <m:r>
                                      <a:rPr lang="en-GB" i="1">
                                        <a:latin typeface="Cambria Math" panose="02040503050406030204" pitchFamily="18" charset="0"/>
                                        <a:ea typeface="Cambria Math" panose="02040503050406030204" pitchFamily="18" charset="0"/>
                                      </a:rPr>
                                      <m:t>⋮</m:t>
                                    </m:r>
                                  </m:e>
                                </m:mr>
                              </m:m>
                            </m:e>
                            <m:e>
                              <m:sSubSup>
                                <m:sSubSupPr>
                                  <m:ctrlPr>
                                    <a:rPr lang="en-GB" i="1">
                                      <a:latin typeface="Cambria Math" panose="02040503050406030204" pitchFamily="18" charset="0"/>
                                      <a:ea typeface="Cambria Math" panose="02040503050406030204" pitchFamily="18" charset="0"/>
                                    </a:rPr>
                                  </m:ctrlPr>
                                </m:sSubSupPr>
                                <m:e>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0</m:t>
                                      </m:r>
                                    </m:sub>
                                  </m:sSub>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0</m:t>
                                  </m:r>
                                </m:sub>
                                <m:sup>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bSup>
                              <m:r>
                                <a:rPr lang="en-GB" b="0" i="1" smtClean="0">
                                  <a:latin typeface="Cambria Math" panose="02040503050406030204" pitchFamily="18" charset="0"/>
                                  <a:ea typeface="Cambria Math" panose="02040503050406030204" pitchFamily="18" charset="0"/>
                                </a:rPr>
                                <m:t>+</m:t>
                              </m:r>
                              <m:sSubSup>
                                <m:sSubSupPr>
                                  <m:ctrlPr>
                                    <a:rPr lang="en-GB" i="1">
                                      <a:latin typeface="Cambria Math" panose="02040503050406030204" pitchFamily="18" charset="0"/>
                                      <a:ea typeface="Cambria Math" panose="02040503050406030204" pitchFamily="18" charset="0"/>
                                    </a:rPr>
                                  </m:ctrlPr>
                                </m:sSubSupPr>
                                <m:e>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𝑥</m:t>
                                  </m:r>
                                </m:e>
                                <m:sub>
                                  <m:r>
                                    <a:rPr lang="en-GB" i="1">
                                      <a:latin typeface="Cambria Math" panose="02040503050406030204" pitchFamily="18" charset="0"/>
                                      <a:ea typeface="Cambria Math" panose="02040503050406030204" pitchFamily="18" charset="0"/>
                                    </a:rPr>
                                    <m:t>1</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bSup>
                              <m:r>
                                <a:rPr lang="en-GB" b="0" i="1" smtClean="0">
                                  <a:latin typeface="Cambria Math" panose="02040503050406030204" pitchFamily="18" charset="0"/>
                                  <a:ea typeface="Cambria Math" panose="02040503050406030204" pitchFamily="18" charset="0"/>
                                </a:rPr>
                                <m:t>+⋯+</m:t>
                              </m:r>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𝑥</m:t>
                                  </m:r>
                                </m:e>
                                <m:sub>
                                  <m:r>
                                    <a:rPr lang="en-GB" b="0" i="1" smtClean="0">
                                      <a:latin typeface="Cambria Math" panose="02040503050406030204" pitchFamily="18" charset="0"/>
                                      <a:ea typeface="Cambria Math" panose="02040503050406030204" pitchFamily="18" charset="0"/>
                                    </a:rPr>
                                    <m:t>𝑛</m:t>
                                  </m:r>
                                </m:sub>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bSup>
                            </m:e>
                          </m:eqArr>
                        </m:e>
                      </m:d>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b="0"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b="0" i="1" smtClean="0">
                                      <a:latin typeface="Cambria Math" panose="02040503050406030204" pitchFamily="18" charset="0"/>
                                      <a:ea typeface="Cambria Math" panose="02040503050406030204" pitchFamily="18" charset="0"/>
                                    </a:rPr>
                                  </m:ctrlPr>
                                </m:mPr>
                                <m:mr>
                                  <m:e>
                                    <m:sSub>
                                      <m:sSubPr>
                                        <m:ctrlPr>
                                          <a:rPr lang="en-GB"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h</m:t>
                                        </m:r>
                                      </m:e>
                                      <m:sub>
                                        <m:r>
                                          <a:rPr lang="en-GB" b="0" i="1" smtClean="0">
                                            <a:latin typeface="Cambria Math" panose="02040503050406030204" pitchFamily="18" charset="0"/>
                                            <a:ea typeface="Cambria Math" panose="02040503050406030204" pitchFamily="18" charset="0"/>
                                          </a:rPr>
                                          <m:t>𝜃</m:t>
                                        </m:r>
                                      </m:sub>
                                    </m:sSub>
                                    <m:r>
                                      <m:rPr>
                                        <m:brk m:alnAt="7"/>
                                      </m:rPr>
                                      <a:rPr lang="en-GB" b="0" i="1" smtClean="0">
                                        <a:latin typeface="Cambria Math" panose="02040503050406030204" pitchFamily="18" charset="0"/>
                                        <a:ea typeface="Cambria Math" panose="02040503050406030204" pitchFamily="18" charset="0"/>
                                      </a:rPr>
                                      <m:t>(</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𝑥</m:t>
                                        </m:r>
                                      </m:e>
                                      <m:sup>
                                        <m:r>
                                          <a:rPr lang="en-GB" b="0" i="1" smtClean="0">
                                            <a:latin typeface="Cambria Math" panose="02040503050406030204" pitchFamily="18" charset="0"/>
                                            <a:ea typeface="Cambria Math" panose="02040503050406030204" pitchFamily="18" charset="0"/>
                                          </a:rPr>
                                          <m:t>(1)</m:t>
                                        </m:r>
                                      </m:sup>
                                    </m:sSup>
                                    <m:r>
                                      <m:rPr>
                                        <m:brk m:alnAt="7"/>
                                      </m:rPr>
                                      <a:rPr lang="en-GB" b="0" i="1" smtClean="0">
                                        <a:latin typeface="Cambria Math" panose="02040503050406030204" pitchFamily="18" charset="0"/>
                                        <a:ea typeface="Cambria Math" panose="02040503050406030204" pitchFamily="18" charset="0"/>
                                      </a:rPr>
                                      <m:t>)</m:t>
                                    </m:r>
                                  </m:e>
                                </m:m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h</m:t>
                                        </m:r>
                                      </m:e>
                                      <m:sub>
                                        <m:r>
                                          <a:rPr lang="en-GB" i="1">
                                            <a:latin typeface="Cambria Math" panose="02040503050406030204" pitchFamily="18" charset="0"/>
                                            <a:ea typeface="Cambria Math" panose="02040503050406030204" pitchFamily="18" charset="0"/>
                                          </a:rPr>
                                          <m:t>𝜃</m:t>
                                        </m:r>
                                      </m:sub>
                                    </m:sSub>
                                    <m:r>
                                      <m:rPr>
                                        <m:brk m:alnAt="7"/>
                                      </m:rP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𝑥</m:t>
                                        </m:r>
                                      </m:e>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r>
                                          <a:rPr lang="en-GB" i="1">
                                            <a:latin typeface="Cambria Math" panose="02040503050406030204" pitchFamily="18" charset="0"/>
                                            <a:ea typeface="Cambria Math" panose="02040503050406030204" pitchFamily="18" charset="0"/>
                                          </a:rPr>
                                          <m:t>)</m:t>
                                        </m:r>
                                      </m:sup>
                                    </m:sSup>
                                    <m:r>
                                      <m:rPr>
                                        <m:brk m:alnAt="7"/>
                                      </m:rPr>
                                      <a:rPr lang="en-GB" i="1">
                                        <a:latin typeface="Cambria Math" panose="02040503050406030204" pitchFamily="18" charset="0"/>
                                        <a:ea typeface="Cambria Math" panose="02040503050406030204" pitchFamily="18" charset="0"/>
                                      </a:rPr>
                                      <m:t>)</m:t>
                                    </m:r>
                                  </m:e>
                                </m:mr>
                                <m:mr>
                                  <m:e>
                                    <m:r>
                                      <a:rPr lang="en-GB" b="0" i="1" smtClean="0">
                                        <a:latin typeface="Cambria Math" panose="02040503050406030204" pitchFamily="18" charset="0"/>
                                        <a:ea typeface="Cambria Math" panose="02040503050406030204" pitchFamily="18" charset="0"/>
                                      </a:rPr>
                                      <m:t>⋮</m:t>
                                    </m:r>
                                  </m:e>
                                </m:mr>
                              </m:m>
                            </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h</m:t>
                                  </m:r>
                                </m:e>
                                <m:sub>
                                  <m:r>
                                    <a:rPr lang="en-GB" i="1">
                                      <a:latin typeface="Cambria Math" panose="02040503050406030204" pitchFamily="18" charset="0"/>
                                      <a:ea typeface="Cambria Math" panose="02040503050406030204" pitchFamily="18" charset="0"/>
                                    </a:rPr>
                                    <m:t>𝜃</m:t>
                                  </m:r>
                                </m:sub>
                              </m:sSub>
                              <m:r>
                                <m:rPr>
                                  <m:brk m:alnAt="7"/>
                                </m:rPr>
                                <a:rPr lang="en-GB" i="1">
                                  <a:latin typeface="Cambria Math" panose="02040503050406030204" pitchFamily="18" charset="0"/>
                                  <a:ea typeface="Cambria Math" panose="02040503050406030204" pitchFamily="18" charset="0"/>
                                </a:rPr>
                                <m:t>(</m:t>
                              </m:r>
                              <m:sSup>
                                <m:sSupPr>
                                  <m:ctrlPr>
                                    <a:rPr lang="en-GB" i="1">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𝑥</m:t>
                                  </m:r>
                                </m:e>
                                <m:sup>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p>
                              <m:r>
                                <m:rPr>
                                  <m:brk m:alnAt="7"/>
                                </m:rPr>
                                <a:rPr lang="en-GB" i="1">
                                  <a:latin typeface="Cambria Math" panose="02040503050406030204" pitchFamily="18" charset="0"/>
                                  <a:ea typeface="Cambria Math" panose="02040503050406030204" pitchFamily="18" charset="0"/>
                                </a:rPr>
                                <m:t>)</m:t>
                              </m:r>
                            </m:e>
                          </m:eqArr>
                        </m:e>
                      </m:d>
                      <m:r>
                        <a:rPr lang="en-GB" i="1">
                          <a:latin typeface="Cambria Math" panose="02040503050406030204" pitchFamily="18" charset="0"/>
                          <a:ea typeface="Cambria Math" panose="02040503050406030204" pitchFamily="18" charset="0"/>
                        </a:rPr>
                        <m:t>=</m:t>
                      </m:r>
                      <m:d>
                        <m:dPr>
                          <m:begChr m:val="["/>
                          <m:endChr m:val="]"/>
                          <m:ctrlPr>
                            <a:rPr lang="en-GB" i="1">
                              <a:latin typeface="Cambria Math" panose="02040503050406030204" pitchFamily="18" charset="0"/>
                              <a:ea typeface="Cambria Math" panose="02040503050406030204" pitchFamily="18" charset="0"/>
                            </a:rPr>
                          </m:ctrlPr>
                        </m:dPr>
                        <m:e>
                          <m:eqArr>
                            <m:eqArrPr>
                              <m:ctrlPr>
                                <a:rPr lang="en-GB" i="1">
                                  <a:latin typeface="Cambria Math" panose="02040503050406030204" pitchFamily="18" charset="0"/>
                                  <a:ea typeface="Cambria Math" panose="02040503050406030204" pitchFamily="18" charset="0"/>
                                </a:rPr>
                              </m:ctrlPr>
                            </m:eqArrPr>
                            <m:e>
                              <m:m>
                                <m:mPr>
                                  <m:mcs>
                                    <m:mc>
                                      <m:mcPr>
                                        <m:count m:val="1"/>
                                        <m:mcJc m:val="center"/>
                                      </m:mcPr>
                                    </m:mc>
                                  </m:mcs>
                                  <m:ctrlPr>
                                    <a:rPr lang="en-GB" i="1">
                                      <a:latin typeface="Cambria Math" panose="02040503050406030204" pitchFamily="18" charset="0"/>
                                      <a:ea typeface="Cambria Math" panose="02040503050406030204" pitchFamily="18" charset="0"/>
                                    </a:rPr>
                                  </m:ctrlPr>
                                </m:mPr>
                                <m:mr>
                                  <m:e>
                                    <m:sSup>
                                      <m:sSupPr>
                                        <m:ctrlPr>
                                          <a:rPr lang="en-GB" i="1">
                                            <a:latin typeface="Cambria Math" panose="02040503050406030204" pitchFamily="18" charset="0"/>
                                            <a:ea typeface="Cambria Math" panose="02040503050406030204" pitchFamily="18" charset="0"/>
                                          </a:rPr>
                                        </m:ctrlPr>
                                      </m:sSupPr>
                                      <m:e>
                                        <m:acc>
                                          <m:accPr>
                                            <m:chr m:val="̂"/>
                                            <m:ctrlPr>
                                              <a:rPr lang="en-GB"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𝑦</m:t>
                                            </m:r>
                                          </m:e>
                                        </m:acc>
                                      </m:e>
                                      <m:sup>
                                        <m:r>
                                          <a:rPr lang="en-GB" i="1">
                                            <a:latin typeface="Cambria Math" panose="02040503050406030204" pitchFamily="18" charset="0"/>
                                            <a:ea typeface="Cambria Math" panose="02040503050406030204" pitchFamily="18" charset="0"/>
                                          </a:rPr>
                                          <m:t>(1)</m:t>
                                        </m:r>
                                      </m:sup>
                                    </m:sSup>
                                  </m:e>
                                </m:mr>
                                <m:mr>
                                  <m:e>
                                    <m:sSup>
                                      <m:sSupPr>
                                        <m:ctrlPr>
                                          <a:rPr lang="en-GB" i="1">
                                            <a:latin typeface="Cambria Math" panose="02040503050406030204" pitchFamily="18" charset="0"/>
                                            <a:ea typeface="Cambria Math" panose="02040503050406030204" pitchFamily="18" charset="0"/>
                                          </a:rPr>
                                        </m:ctrlPr>
                                      </m:sSupPr>
                                      <m:e>
                                        <m:acc>
                                          <m:accPr>
                                            <m:chr m:val="̂"/>
                                            <m:ctrlPr>
                                              <a:rPr lang="en-GB"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𝑦</m:t>
                                            </m:r>
                                          </m:e>
                                        </m:acc>
                                      </m:e>
                                      <m:sup>
                                        <m:r>
                                          <a:rPr lang="en-GB" i="1">
                                            <a:latin typeface="Cambria Math" panose="02040503050406030204" pitchFamily="18" charset="0"/>
                                            <a:ea typeface="Cambria Math" panose="02040503050406030204" pitchFamily="18" charset="0"/>
                                          </a:rPr>
                                          <m:t>(2)</m:t>
                                        </m:r>
                                      </m:sup>
                                    </m:sSup>
                                  </m:e>
                                </m:mr>
                                <m:mr>
                                  <m:e>
                                    <m:r>
                                      <a:rPr lang="en-GB" i="1">
                                        <a:latin typeface="Cambria Math" panose="02040503050406030204" pitchFamily="18" charset="0"/>
                                        <a:ea typeface="Cambria Math" panose="02040503050406030204" pitchFamily="18" charset="0"/>
                                      </a:rPr>
                                      <m:t>⋮</m:t>
                                    </m:r>
                                  </m:e>
                                </m:mr>
                              </m:m>
                            </m:e>
                            <m:e>
                              <m:sSup>
                                <m:sSupPr>
                                  <m:ctrlPr>
                                    <a:rPr lang="en-GB" i="1">
                                      <a:latin typeface="Cambria Math" panose="02040503050406030204" pitchFamily="18" charset="0"/>
                                      <a:ea typeface="Cambria Math" panose="02040503050406030204" pitchFamily="18" charset="0"/>
                                    </a:rPr>
                                  </m:ctrlPr>
                                </m:sSupPr>
                                <m:e>
                                  <m:acc>
                                    <m:accPr>
                                      <m:chr m:val="̂"/>
                                      <m:ctrlPr>
                                        <a:rPr lang="en-GB"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𝑦</m:t>
                                      </m:r>
                                    </m:e>
                                  </m:acc>
                                </m:e>
                                <m:sup>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𝑚</m:t>
                                  </m:r>
                                  <m:r>
                                    <a:rPr lang="en-GB" i="1">
                                      <a:latin typeface="Cambria Math" panose="02040503050406030204" pitchFamily="18" charset="0"/>
                                      <a:ea typeface="Cambria Math" panose="02040503050406030204" pitchFamily="18" charset="0"/>
                                    </a:rPr>
                                    <m:t>)</m:t>
                                  </m:r>
                                </m:sup>
                              </m:sSup>
                            </m:e>
                          </m:eqArr>
                        </m:e>
                      </m:d>
                      <m:r>
                        <a:rPr lang="en-GB" b="0" i="1" smtClean="0">
                          <a:latin typeface="Cambria Math" panose="02040503050406030204" pitchFamily="18" charset="0"/>
                          <a:ea typeface="Cambria Math" panose="02040503050406030204" pitchFamily="18" charset="0"/>
                        </a:rPr>
                        <m:t>=</m:t>
                      </m:r>
                      <m:acc>
                        <m:accPr>
                          <m:chr m:val="̂"/>
                          <m:ctrlPr>
                            <a:rPr lang="en-GB"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𝑦</m:t>
                          </m:r>
                        </m:e>
                      </m:acc>
                    </m:oMath>
                  </m:oMathPara>
                </a14:m>
                <a:endParaRPr lang="en-US" dirty="0"/>
              </a:p>
              <a:p>
                <a:pPr marL="457200" lvl="1" indent="0">
                  <a:buNone/>
                </a:pPr>
                <a:endParaRPr lang="en-US" dirty="0"/>
              </a:p>
              <a:p>
                <a:r>
                  <a:rPr lang="en-US" b="1" dirty="0"/>
                  <a:t>Our goal is to find the best values of </a:t>
                </a:r>
                <a14:m>
                  <m:oMath xmlns:m="http://schemas.openxmlformats.org/officeDocument/2006/math">
                    <m:r>
                      <a:rPr lang="en-GB" b="1" i="1" smtClean="0">
                        <a:latin typeface="Cambria Math" panose="02040503050406030204" pitchFamily="18" charset="0"/>
                        <a:ea typeface="Cambria Math" panose="02040503050406030204" pitchFamily="18" charset="0"/>
                      </a:rPr>
                      <m:t>𝜽</m:t>
                    </m:r>
                  </m:oMath>
                </a14:m>
                <a:r>
                  <a:rPr lang="en-GB" b="1" dirty="0"/>
                  <a:t> so that </a:t>
                </a:r>
                <a14:m>
                  <m:oMath xmlns:m="http://schemas.openxmlformats.org/officeDocument/2006/math">
                    <m:sSub>
                      <m:sSubPr>
                        <m:ctrlPr>
                          <a:rPr lang="en-GB" b="1" i="1" smtClean="0">
                            <a:latin typeface="Cambria Math" panose="02040503050406030204" pitchFamily="18" charset="0"/>
                            <a:ea typeface="Cambria Math" panose="02040503050406030204" pitchFamily="18" charset="0"/>
                          </a:rPr>
                        </m:ctrlPr>
                      </m:sSubPr>
                      <m:e>
                        <m:r>
                          <a:rPr lang="en-GB" b="1" i="1" smtClean="0">
                            <a:latin typeface="Cambria Math" panose="02040503050406030204" pitchFamily="18" charset="0"/>
                            <a:ea typeface="Cambria Math" panose="02040503050406030204" pitchFamily="18" charset="0"/>
                          </a:rPr>
                          <m:t>𝒉</m:t>
                        </m:r>
                      </m:e>
                      <m:sub>
                        <m:r>
                          <a:rPr lang="en-GB" b="1" i="1" smtClean="0">
                            <a:latin typeface="Cambria Math" panose="02040503050406030204" pitchFamily="18" charset="0"/>
                            <a:ea typeface="Cambria Math" panose="02040503050406030204" pitchFamily="18" charset="0"/>
                          </a:rPr>
                          <m:t>𝜽</m:t>
                        </m:r>
                      </m:sub>
                    </m:sSub>
                    <m:d>
                      <m:dPr>
                        <m:ctrlPr>
                          <a:rPr lang="en-GB" b="1" i="1" smtClean="0">
                            <a:latin typeface="Cambria Math" panose="02040503050406030204" pitchFamily="18" charset="0"/>
                            <a:ea typeface="Cambria Math" panose="02040503050406030204" pitchFamily="18" charset="0"/>
                          </a:rPr>
                        </m:ctrlPr>
                      </m:dPr>
                      <m:e>
                        <m:r>
                          <a:rPr lang="en-GB" b="1" i="1" smtClean="0">
                            <a:latin typeface="Cambria Math" panose="02040503050406030204" pitchFamily="18" charset="0"/>
                            <a:ea typeface="Cambria Math" panose="02040503050406030204" pitchFamily="18" charset="0"/>
                          </a:rPr>
                          <m:t>𝒙</m:t>
                        </m:r>
                      </m:e>
                    </m:d>
                    <m:r>
                      <a:rPr lang="en-GB" b="1" i="1" smtClean="0">
                        <a:latin typeface="Cambria Math" panose="02040503050406030204" pitchFamily="18" charset="0"/>
                        <a:ea typeface="Cambria Math" panose="02040503050406030204" pitchFamily="18" charset="0"/>
                      </a:rPr>
                      <m:t>=</m:t>
                    </m:r>
                    <m:acc>
                      <m:accPr>
                        <m:chr m:val="̂"/>
                        <m:ctrlPr>
                          <a:rPr lang="en-GB" b="1" i="1">
                            <a:latin typeface="Cambria Math" panose="02040503050406030204" pitchFamily="18" charset="0"/>
                            <a:ea typeface="Cambria Math" panose="02040503050406030204" pitchFamily="18" charset="0"/>
                          </a:rPr>
                        </m:ctrlPr>
                      </m:accPr>
                      <m:e>
                        <m:r>
                          <a:rPr lang="en-GB" b="1" i="1">
                            <a:latin typeface="Cambria Math" panose="02040503050406030204" pitchFamily="18" charset="0"/>
                            <a:ea typeface="Cambria Math" panose="02040503050406030204" pitchFamily="18" charset="0"/>
                          </a:rPr>
                          <m:t>𝒚</m:t>
                        </m:r>
                      </m:e>
                    </m:acc>
                    <m:r>
                      <a:rPr lang="en-GB" b="1" i="1" smtClean="0">
                        <a:latin typeface="Cambria Math" panose="02040503050406030204" pitchFamily="18" charset="0"/>
                        <a:ea typeface="Cambria Math" panose="02040503050406030204" pitchFamily="18" charset="0"/>
                      </a:rPr>
                      <m:t>≈</m:t>
                    </m:r>
                    <m:r>
                      <a:rPr lang="en-GB" b="1" i="1" smtClean="0">
                        <a:latin typeface="Cambria Math" panose="02040503050406030204" pitchFamily="18" charset="0"/>
                        <a:ea typeface="Cambria Math" panose="02040503050406030204" pitchFamily="18" charset="0"/>
                      </a:rPr>
                      <m:t>𝒚</m:t>
                    </m:r>
                  </m:oMath>
                </a14:m>
                <a:r>
                  <a:rPr lang="en-GB" b="1" dirty="0"/>
                  <a:t> for the training examples</a:t>
                </a:r>
                <a:r>
                  <a:rPr lang="en-GB" dirty="0"/>
                  <a:t>, where </a:t>
                </a:r>
                <a14:m>
                  <m:oMath xmlns:m="http://schemas.openxmlformats.org/officeDocument/2006/math">
                    <m:r>
                      <a:rPr lang="en-GB" i="1" smtClean="0">
                        <a:latin typeface="Cambria Math" panose="02040503050406030204" pitchFamily="18" charset="0"/>
                        <a:ea typeface="Cambria Math" panose="02040503050406030204" pitchFamily="18" charset="0"/>
                      </a:rPr>
                      <m:t>≈</m:t>
                    </m:r>
                  </m:oMath>
                </a14:m>
                <a:r>
                  <a:rPr lang="en-GB" dirty="0"/>
                  <a:t> means approximately equals to, i.e., which values can be used to make the most accurate predictions?</a:t>
                </a:r>
              </a:p>
            </p:txBody>
          </p:sp>
        </mc:Choice>
        <mc:Fallback xmlns="">
          <p:sp>
            <p:nvSpPr>
              <p:cNvPr id="3" name="Content Placeholder 2">
                <a:extLst>
                  <a:ext uri="{FF2B5EF4-FFF2-40B4-BE49-F238E27FC236}">
                    <a16:creationId xmlns:a16="http://schemas.microsoft.com/office/drawing/2014/main" id="{044E3DD2-1E03-B848-88F2-6DB534643674}"/>
                  </a:ext>
                </a:extLst>
              </p:cNvPr>
              <p:cNvSpPr>
                <a:spLocks noGrp="1" noRot="1" noChangeAspect="1" noMove="1" noResize="1" noEditPoints="1" noAdjustHandles="1" noChangeArrowheads="1" noChangeShapeType="1" noTextEdit="1"/>
              </p:cNvSpPr>
              <p:nvPr>
                <p:ph idx="1"/>
              </p:nvPr>
            </p:nvSpPr>
            <p:spPr>
              <a:blipFill>
                <a:blip r:embed="rId4"/>
                <a:stretch>
                  <a:fillRect l="-1086" t="-2326" b="-1744"/>
                </a:stretch>
              </a:blipFill>
            </p:spPr>
            <p:txBody>
              <a:bodyPr/>
              <a:lstStyle/>
              <a:p>
                <a:r>
                  <a:rPr lang="en-US">
                    <a:noFill/>
                  </a:rPr>
                  <a:t> </a:t>
                </a:r>
              </a:p>
            </p:txBody>
          </p:sp>
        </mc:Fallback>
      </mc:AlternateContent>
    </p:spTree>
    <p:extLst>
      <p:ext uri="{BB962C8B-B14F-4D97-AF65-F5344CB8AC3E}">
        <p14:creationId xmlns:p14="http://schemas.microsoft.com/office/powerpoint/2010/main" val="2861772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59369-8AF9-F74B-8F92-1087D8B49CA2}"/>
              </a:ext>
            </a:extLst>
          </p:cNvPr>
          <p:cNvSpPr>
            <a:spLocks noGrp="1"/>
          </p:cNvSpPr>
          <p:nvPr>
            <p:ph type="title"/>
          </p:nvPr>
        </p:nvSpPr>
        <p:spPr/>
        <p:txBody>
          <a:bodyPr/>
          <a:lstStyle/>
          <a:p>
            <a:r>
              <a:rPr lang="en-GB" dirty="0"/>
              <a:t>Measuring Errors – Squared Errors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4E3DD2-1E03-B848-88F2-6DB534643674}"/>
                  </a:ext>
                </a:extLst>
              </p:cNvPr>
              <p:cNvSpPr>
                <a:spLocks noGrp="1"/>
              </p:cNvSpPr>
              <p:nvPr>
                <p:ph idx="1"/>
              </p:nvPr>
            </p:nvSpPr>
            <p:spPr/>
            <p:txBody>
              <a:bodyPr>
                <a:normAutofit lnSpcReduction="10000"/>
              </a:bodyPr>
              <a:lstStyle/>
              <a:p>
                <a:r>
                  <a:rPr lang="en-GB" dirty="0"/>
                  <a:t>We want to find the best values of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so that the sum of the squared errors between </a:t>
                </a:r>
                <a14:m>
                  <m:oMath xmlns:m="http://schemas.openxmlformats.org/officeDocument/2006/math">
                    <m:sSub>
                      <m:sSubPr>
                        <m:ctrlPr>
                          <a:rPr lang="en-GB" b="0" i="1" smtClean="0">
                            <a:latin typeface="Cambria Math" panose="02040503050406030204" pitchFamily="18" charset="0"/>
                          </a:rPr>
                        </m:ctrlPr>
                      </m:sSubPr>
                      <m:e>
                        <m:sSup>
                          <m:sSupPr>
                            <m:ctrlPr>
                              <a:rPr lang="en-GB" i="1">
                                <a:latin typeface="Cambria Math" panose="02040503050406030204" pitchFamily="18" charset="0"/>
                              </a:rPr>
                            </m:ctrlPr>
                          </m:sSupPr>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𝑦</m:t>
                                </m:r>
                              </m:e>
                            </m:acc>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h</m:t>
                        </m:r>
                      </m:e>
                      <m:sub>
                        <m:r>
                          <a:rPr lang="en-GB" b="0" i="1" smtClean="0">
                            <a:latin typeface="Cambria Math" panose="02040503050406030204" pitchFamily="18" charset="0"/>
                            <a:ea typeface="Cambria Math" panose="02040503050406030204" pitchFamily="18" charset="0"/>
                          </a:rPr>
                          <m:t>𝜃</m:t>
                        </m:r>
                      </m:sub>
                    </m:sSub>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sup>
                    </m:sSup>
                    <m:r>
                      <a:rPr lang="en-GB" b="0" i="1" smtClean="0">
                        <a:latin typeface="Cambria Math" panose="02040503050406030204" pitchFamily="18" charset="0"/>
                      </a:rPr>
                      <m:t>)</m:t>
                    </m:r>
                  </m:oMath>
                </a14:m>
                <a:r>
                  <a:rPr lang="en-GB" dirty="0"/>
                  <a:t> and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𝑦</m:t>
                        </m:r>
                      </m:e>
                      <m:sup>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sup>
                    </m:sSup>
                  </m:oMath>
                </a14:m>
                <a:r>
                  <a:rPr lang="en-GB" b="0" dirty="0"/>
                  <a:t> (called </a:t>
                </a:r>
                <a:r>
                  <a:rPr lang="en-GB" b="0" i="1" dirty="0"/>
                  <a:t>squared error</a:t>
                </a:r>
                <a:r>
                  <a:rPr lang="en-GB" b="0" dirty="0"/>
                  <a:t>) for all the training examples (i.e. for </a:t>
                </a:r>
                <a14:m>
                  <m:oMath xmlns:m="http://schemas.openxmlformats.org/officeDocument/2006/math">
                    <m:r>
                      <a:rPr lang="en-GB" b="0" i="1" smtClean="0">
                        <a:latin typeface="Cambria Math" panose="02040503050406030204" pitchFamily="18" charset="0"/>
                      </a:rPr>
                      <m:t>𝑖</m:t>
                    </m:r>
                    <m:r>
                      <a:rPr lang="en-GB" b="0" i="1" smtClean="0">
                        <a:latin typeface="Cambria Math" panose="02040503050406030204" pitchFamily="18" charset="0"/>
                      </a:rPr>
                      <m:t>=1, 2, ⋯, </m:t>
                    </m:r>
                    <m:r>
                      <a:rPr lang="en-GB" b="0" i="1" smtClean="0">
                        <a:latin typeface="Cambria Math" panose="02040503050406030204" pitchFamily="18" charset="0"/>
                        <a:ea typeface="Cambria Math" panose="02040503050406030204" pitchFamily="18" charset="0"/>
                      </a:rPr>
                      <m:t>𝑚</m:t>
                    </m:r>
                  </m:oMath>
                </a14:m>
                <a:r>
                  <a:rPr lang="en-GB" b="0" dirty="0"/>
                  <a:t>) is minimised:</a:t>
                </a:r>
              </a:p>
              <a:p>
                <a:pPr marL="0" indent="0" algn="ctr">
                  <a:buNone/>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limLow>
                            <m:limLowPr>
                              <m:ctrlPr>
                                <a:rPr lang="en-GB" i="1" smtClean="0">
                                  <a:latin typeface="Cambria Math" panose="02040503050406030204" pitchFamily="18" charset="0"/>
                                </a:rPr>
                              </m:ctrlPr>
                            </m:limLowPr>
                            <m:e>
                              <m:r>
                                <m:rPr>
                                  <m:sty m:val="p"/>
                                </m:rPr>
                                <a:rPr lang="en-GB" i="0" smtClean="0">
                                  <a:latin typeface="Cambria Math" panose="02040503050406030204" pitchFamily="18" charset="0"/>
                                </a:rPr>
                                <m:t>min</m:t>
                              </m:r>
                            </m:e>
                            <m:lim>
                              <m:r>
                                <a:rPr lang="en-GB" i="1" smtClean="0">
                                  <a:latin typeface="Cambria Math" panose="02040503050406030204" pitchFamily="18" charset="0"/>
                                  <a:ea typeface="Cambria Math" panose="02040503050406030204" pitchFamily="18" charset="0"/>
                                </a:rPr>
                                <m:t>𝜃</m:t>
                              </m:r>
                            </m:lim>
                          </m:limLow>
                        </m:fName>
                        <m:e>
                          <m:nary>
                            <m:naryPr>
                              <m:chr m:val="∑"/>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𝑚</m:t>
                              </m:r>
                            </m:sup>
                            <m:e>
                              <m:sSup>
                                <m:sSupPr>
                                  <m:ctrlPr>
                                    <a:rPr lang="en-GB" i="1" smtClean="0">
                                      <a:latin typeface="Cambria Math" panose="02040503050406030204" pitchFamily="18" charset="0"/>
                                    </a:rPr>
                                  </m:ctrlPr>
                                </m:sSupPr>
                                <m:e>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h</m:t>
                                      </m:r>
                                    </m:e>
                                    <m:sub>
                                      <m:r>
                                        <a:rPr lang="en-GB" b="0" i="1" smtClean="0">
                                          <a:latin typeface="Cambria Math" panose="02040503050406030204" pitchFamily="18" charset="0"/>
                                          <a:ea typeface="Cambria Math" panose="02040503050406030204" pitchFamily="18" charset="0"/>
                                        </a:rPr>
                                        <m:t>𝜃</m:t>
                                      </m:r>
                                    </m:sub>
                                  </m:sSub>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d>
                                            <m:dPr>
                                              <m:ctrlPr>
                                                <a:rPr lang="en-GB" b="0" i="1" smtClean="0">
                                                  <a:latin typeface="Cambria Math" panose="02040503050406030204" pitchFamily="18" charset="0"/>
                                                </a:rPr>
                                              </m:ctrlPr>
                                            </m:dPr>
                                            <m:e>
                                              <m:r>
                                                <a:rPr lang="en-GB" b="0" i="1" smtClean="0">
                                                  <a:latin typeface="Cambria Math" panose="02040503050406030204" pitchFamily="18" charset="0"/>
                                                </a:rPr>
                                                <m:t>𝑖</m:t>
                                              </m:r>
                                            </m:e>
                                          </m:d>
                                        </m:sup>
                                      </m:sSup>
                                    </m:e>
                                  </m:d>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𝑦</m:t>
                                      </m:r>
                                    </m:e>
                                    <m:sup>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sup>
                                  </m:sSup>
                                  <m:r>
                                    <a:rPr lang="en-GB" b="0" i="1" smtClean="0">
                                      <a:latin typeface="Cambria Math" panose="02040503050406030204" pitchFamily="18" charset="0"/>
                                    </a:rPr>
                                    <m:t>)</m:t>
                                  </m:r>
                                </m:e>
                                <m:sup>
                                  <m:r>
                                    <a:rPr lang="en-GB" b="0" i="1" smtClean="0">
                                      <a:latin typeface="Cambria Math" panose="02040503050406030204" pitchFamily="18" charset="0"/>
                                    </a:rPr>
                                    <m:t>2</m:t>
                                  </m:r>
                                </m:sup>
                              </m:sSup>
                            </m:e>
                          </m:nary>
                        </m:e>
                      </m:func>
                      <m:r>
                        <a:rPr lang="en-GB" b="0" i="1" smtClean="0">
                          <a:latin typeface="Cambria Math" panose="02040503050406030204" pitchFamily="18" charset="0"/>
                        </a:rPr>
                        <m:t>=</m:t>
                      </m:r>
                      <m:func>
                        <m:funcPr>
                          <m:ctrlPr>
                            <a:rPr lang="en-GB" i="1">
                              <a:latin typeface="Cambria Math" panose="02040503050406030204" pitchFamily="18" charset="0"/>
                            </a:rPr>
                          </m:ctrlPr>
                        </m:funcPr>
                        <m:fName>
                          <m:limLow>
                            <m:limLowPr>
                              <m:ctrlPr>
                                <a:rPr lang="en-GB" i="1">
                                  <a:latin typeface="Cambria Math" panose="02040503050406030204" pitchFamily="18" charset="0"/>
                                </a:rPr>
                              </m:ctrlPr>
                            </m:limLowPr>
                            <m:e>
                              <m:r>
                                <m:rPr>
                                  <m:sty m:val="p"/>
                                </m:rPr>
                                <a:rPr lang="en-GB">
                                  <a:latin typeface="Cambria Math" panose="02040503050406030204" pitchFamily="18" charset="0"/>
                                </a:rPr>
                                <m:t>min</m:t>
                              </m:r>
                            </m:e>
                            <m:lim>
                              <m:r>
                                <a:rPr lang="en-GB" i="1">
                                  <a:latin typeface="Cambria Math" panose="02040503050406030204" pitchFamily="18" charset="0"/>
                                  <a:ea typeface="Cambria Math" panose="02040503050406030204" pitchFamily="18" charset="0"/>
                                </a:rPr>
                                <m:t>𝜃</m:t>
                              </m:r>
                            </m:lim>
                          </m:limLow>
                        </m:fName>
                        <m:e>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𝑚</m:t>
                              </m:r>
                            </m:sup>
                            <m:e>
                              <m:sSup>
                                <m:sSupPr>
                                  <m:ctrlPr>
                                    <a:rPr lang="en-GB" i="1">
                                      <a:latin typeface="Cambria Math" panose="02040503050406030204" pitchFamily="18" charset="0"/>
                                    </a:rPr>
                                  </m:ctrlPr>
                                </m:sSupPr>
                                <m:e>
                                  <m:r>
                                    <a:rPr lang="en-GB" i="1">
                                      <a:latin typeface="Cambria Math" panose="02040503050406030204" pitchFamily="18" charset="0"/>
                                    </a:rPr>
                                    <m:t>(</m:t>
                                  </m:r>
                                  <m:sSup>
                                    <m:sSupPr>
                                      <m:ctrlPr>
                                        <a:rPr lang="en-GB" i="1">
                                          <a:latin typeface="Cambria Math" panose="02040503050406030204" pitchFamily="18" charset="0"/>
                                        </a:rPr>
                                      </m:ctrlPr>
                                    </m:sSupPr>
                                    <m:e>
                                      <m:acc>
                                        <m:accPr>
                                          <m:chr m:val="̂"/>
                                          <m:ctrlPr>
                                            <a:rPr lang="en-GB" i="1">
                                              <a:latin typeface="Cambria Math" panose="02040503050406030204" pitchFamily="18" charset="0"/>
                                            </a:rPr>
                                          </m:ctrlPr>
                                        </m:accPr>
                                        <m:e>
                                          <m:r>
                                            <a:rPr lang="en-GB" i="1">
                                              <a:latin typeface="Cambria Math" panose="02040503050406030204" pitchFamily="18" charset="0"/>
                                            </a:rPr>
                                            <m:t>𝑦</m:t>
                                          </m:r>
                                        </m:e>
                                      </m:acc>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i="1">
                                      <a:latin typeface="Cambria Math" panose="02040503050406030204" pitchFamily="18" charset="0"/>
                                    </a:rPr>
                                    <m:t>)</m:t>
                                  </m:r>
                                </m:e>
                                <m:sup>
                                  <m:r>
                                    <a:rPr lang="en-GB" i="1">
                                      <a:latin typeface="Cambria Math" panose="02040503050406030204" pitchFamily="18" charset="0"/>
                                    </a:rPr>
                                    <m:t>2</m:t>
                                  </m:r>
                                </m:sup>
                              </m:sSup>
                            </m:e>
                          </m:nary>
                        </m:e>
                      </m:func>
                    </m:oMath>
                  </m:oMathPara>
                </a14:m>
                <a:endParaRPr lang="en-GB" dirty="0"/>
              </a:p>
              <a:p>
                <a:r>
                  <a:rPr lang="en-GB" dirty="0"/>
                  <a:t>For </a:t>
                </a:r>
                <a:r>
                  <a:rPr lang="en-GB" i="1" dirty="0"/>
                  <a:t>mathematical convenience</a:t>
                </a:r>
                <a:r>
                  <a:rPr lang="en-GB" dirty="0"/>
                  <a:t>, we want to minimise one half of the sum of all the squared errors, divided by the number of examples, </a:t>
                </a:r>
                <a14:m>
                  <m:oMath xmlns:m="http://schemas.openxmlformats.org/officeDocument/2006/math">
                    <m:r>
                      <a:rPr lang="en-GB" b="0" i="1" smtClean="0">
                        <a:latin typeface="Cambria Math" panose="02040503050406030204" pitchFamily="18" charset="0"/>
                      </a:rPr>
                      <m:t>𝑚</m:t>
                    </m:r>
                  </m:oMath>
                </a14:m>
                <a:r>
                  <a:rPr lang="en-GB" dirty="0"/>
                  <a:t> (i.e. half of the </a:t>
                </a:r>
                <a:r>
                  <a:rPr lang="en-GB" i="1" dirty="0"/>
                  <a:t>mean squared error</a:t>
                </a:r>
                <a:r>
                  <a:rPr lang="en-GB" dirty="0"/>
                  <a:t>):</a:t>
                </a:r>
              </a:p>
              <a:p>
                <a:pPr marL="457200" lvl="1" indent="0" algn="ctr">
                  <a:buNone/>
                </a:pPr>
                <a14:m>
                  <m:oMathPara xmlns:m="http://schemas.openxmlformats.org/officeDocument/2006/math">
                    <m:oMathParaPr>
                      <m:jc m:val="centerGroup"/>
                    </m:oMathParaPr>
                    <m:oMath xmlns:m="http://schemas.openxmlformats.org/officeDocument/2006/math">
                      <m:func>
                        <m:funcPr>
                          <m:ctrlPr>
                            <a:rPr lang="en-GB" i="1" smtClean="0">
                              <a:solidFill>
                                <a:srgbClr val="C00000"/>
                              </a:solidFill>
                              <a:latin typeface="Cambria Math" panose="02040503050406030204" pitchFamily="18" charset="0"/>
                            </a:rPr>
                          </m:ctrlPr>
                        </m:funcPr>
                        <m:fName>
                          <m:limLow>
                            <m:limLowPr>
                              <m:ctrlPr>
                                <a:rPr lang="en-GB" i="1">
                                  <a:solidFill>
                                    <a:srgbClr val="C00000"/>
                                  </a:solidFill>
                                  <a:latin typeface="Cambria Math" panose="02040503050406030204" pitchFamily="18" charset="0"/>
                                </a:rPr>
                              </m:ctrlPr>
                            </m:limLowPr>
                            <m:e>
                              <m:r>
                                <m:rPr>
                                  <m:sty m:val="p"/>
                                </m:rPr>
                                <a:rPr lang="en-GB">
                                  <a:solidFill>
                                    <a:srgbClr val="C00000"/>
                                  </a:solidFill>
                                  <a:latin typeface="Cambria Math" panose="02040503050406030204" pitchFamily="18" charset="0"/>
                                </a:rPr>
                                <m:t>min</m:t>
                              </m:r>
                            </m:e>
                            <m:lim>
                              <m:r>
                                <a:rPr lang="en-GB" i="1">
                                  <a:solidFill>
                                    <a:srgbClr val="C00000"/>
                                  </a:solidFill>
                                  <a:latin typeface="Cambria Math" panose="02040503050406030204" pitchFamily="18" charset="0"/>
                                  <a:ea typeface="Cambria Math" panose="02040503050406030204" pitchFamily="18" charset="0"/>
                                </a:rPr>
                                <m:t>𝜃</m:t>
                              </m:r>
                            </m:lim>
                          </m:limLow>
                          <m:f>
                            <m:fPr>
                              <m:ctrlPr>
                                <a:rPr lang="en-GB" i="1" smtClean="0">
                                  <a:solidFill>
                                    <a:srgbClr val="C00000"/>
                                  </a:solidFill>
                                  <a:latin typeface="Cambria Math" panose="02040503050406030204" pitchFamily="18" charset="0"/>
                                  <a:ea typeface="Cambria Math" panose="02040503050406030204" pitchFamily="18" charset="0"/>
                                </a:rPr>
                              </m:ctrlPr>
                            </m:fPr>
                            <m:num>
                              <m:r>
                                <a:rPr lang="en-GB" b="0" i="1" smtClean="0">
                                  <a:solidFill>
                                    <a:srgbClr val="C00000"/>
                                  </a:solidFill>
                                  <a:latin typeface="Cambria Math" panose="02040503050406030204" pitchFamily="18" charset="0"/>
                                  <a:ea typeface="Cambria Math" panose="02040503050406030204" pitchFamily="18" charset="0"/>
                                </a:rPr>
                                <m:t>1</m:t>
                              </m:r>
                            </m:num>
                            <m:den>
                              <m:r>
                                <a:rPr lang="en-GB" b="0" i="1" smtClean="0">
                                  <a:solidFill>
                                    <a:srgbClr val="C00000"/>
                                  </a:solidFill>
                                  <a:latin typeface="Cambria Math" panose="02040503050406030204" pitchFamily="18" charset="0"/>
                                  <a:ea typeface="Cambria Math" panose="02040503050406030204" pitchFamily="18" charset="0"/>
                                </a:rPr>
                                <m:t>2</m:t>
                              </m:r>
                              <m:r>
                                <a:rPr lang="en-GB" b="0" i="1" smtClean="0">
                                  <a:solidFill>
                                    <a:srgbClr val="C00000"/>
                                  </a:solidFill>
                                  <a:latin typeface="Cambria Math" panose="02040503050406030204" pitchFamily="18" charset="0"/>
                                  <a:ea typeface="Cambria Math" panose="02040503050406030204" pitchFamily="18" charset="0"/>
                                </a:rPr>
                                <m:t>𝑚</m:t>
                              </m:r>
                            </m:den>
                          </m:f>
                        </m:fName>
                        <m:e>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m:t>
                                  </m:r>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r>
                                        <a:rPr lang="en-GB" i="1">
                                          <a:solidFill>
                                            <a:srgbClr val="C00000"/>
                                          </a:solidFill>
                                          <a:latin typeface="Cambria Math" panose="02040503050406030204" pitchFamily="18" charset="0"/>
                                        </a:rPr>
                                        <m:t>(</m:t>
                                      </m:r>
                                      <m: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m:t>
                                      </m:r>
                                    </m:sup>
                                  </m:sSup>
                                  <m:r>
                                    <a:rPr lang="en-GB" i="1">
                                      <a:solidFill>
                                        <a:srgbClr val="C00000"/>
                                      </a:solidFill>
                                      <a:latin typeface="Cambria Math" panose="02040503050406030204" pitchFamily="18" charset="0"/>
                                    </a:rPr>
                                    <m:t>)</m:t>
                                  </m:r>
                                </m:e>
                                <m:sup>
                                  <m:r>
                                    <a:rPr lang="en-GB" i="1">
                                      <a:solidFill>
                                        <a:srgbClr val="C00000"/>
                                      </a:solidFill>
                                      <a:latin typeface="Cambria Math" panose="02040503050406030204" pitchFamily="18" charset="0"/>
                                    </a:rPr>
                                    <m:t>2</m:t>
                                  </m:r>
                                </m:sup>
                              </m:sSup>
                            </m:e>
                          </m:nary>
                        </m:e>
                      </m:func>
                      <m:r>
                        <a:rPr lang="en-GB" b="0" i="1" smtClean="0">
                          <a:solidFill>
                            <a:srgbClr val="C00000"/>
                          </a:solidFill>
                          <a:latin typeface="Cambria Math" panose="02040503050406030204" pitchFamily="18" charset="0"/>
                        </a:rPr>
                        <m:t>=</m:t>
                      </m:r>
                      <m:func>
                        <m:funcPr>
                          <m:ctrlPr>
                            <a:rPr lang="en-GB" i="1">
                              <a:solidFill>
                                <a:srgbClr val="C00000"/>
                              </a:solidFill>
                              <a:latin typeface="Cambria Math" panose="02040503050406030204" pitchFamily="18" charset="0"/>
                            </a:rPr>
                          </m:ctrlPr>
                        </m:funcPr>
                        <m:fName>
                          <m:limLow>
                            <m:limLowPr>
                              <m:ctrlPr>
                                <a:rPr lang="en-GB" i="1">
                                  <a:solidFill>
                                    <a:srgbClr val="C00000"/>
                                  </a:solidFill>
                                  <a:latin typeface="Cambria Math" panose="02040503050406030204" pitchFamily="18" charset="0"/>
                                </a:rPr>
                              </m:ctrlPr>
                            </m:limLowPr>
                            <m:e>
                              <m:r>
                                <m:rPr>
                                  <m:sty m:val="p"/>
                                </m:rPr>
                                <a:rPr lang="en-GB">
                                  <a:solidFill>
                                    <a:srgbClr val="C00000"/>
                                  </a:solidFill>
                                  <a:latin typeface="Cambria Math" panose="02040503050406030204" pitchFamily="18" charset="0"/>
                                </a:rPr>
                                <m:t>min</m:t>
                              </m:r>
                            </m:e>
                            <m:lim>
                              <m:r>
                                <a:rPr lang="en-GB" i="1">
                                  <a:solidFill>
                                    <a:srgbClr val="C00000"/>
                                  </a:solidFill>
                                  <a:latin typeface="Cambria Math" panose="02040503050406030204" pitchFamily="18" charset="0"/>
                                  <a:ea typeface="Cambria Math" panose="02040503050406030204" pitchFamily="18" charset="0"/>
                                </a:rPr>
                                <m:t>𝜃</m:t>
                              </m:r>
                            </m:lim>
                          </m:limLow>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1</m:t>
                              </m:r>
                            </m:num>
                            <m:den>
                              <m:r>
                                <a:rPr lang="en-GB" i="1">
                                  <a:solidFill>
                                    <a:srgbClr val="C00000"/>
                                  </a:solidFill>
                                  <a:latin typeface="Cambria Math" panose="02040503050406030204" pitchFamily="18" charset="0"/>
                                  <a:ea typeface="Cambria Math" panose="02040503050406030204" pitchFamily="18" charset="0"/>
                                </a:rPr>
                                <m:t>2</m:t>
                              </m:r>
                              <m:r>
                                <a:rPr lang="en-GB" i="1">
                                  <a:solidFill>
                                    <a:srgbClr val="C00000"/>
                                  </a:solidFill>
                                  <a:latin typeface="Cambria Math" panose="02040503050406030204" pitchFamily="18" charset="0"/>
                                  <a:ea typeface="Cambria Math" panose="02040503050406030204" pitchFamily="18" charset="0"/>
                                </a:rPr>
                                <m:t>𝑚</m:t>
                              </m:r>
                            </m:den>
                          </m:f>
                        </m:fName>
                        <m:e>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acc>
                                        <m:accPr>
                                          <m:chr m:val="̂"/>
                                          <m:ctrlPr>
                                            <a:rPr lang="en-GB" i="1">
                                              <a:solidFill>
                                                <a:srgbClr val="C00000"/>
                                              </a:solidFill>
                                              <a:latin typeface="Cambria Math" panose="02040503050406030204" pitchFamily="18" charset="0"/>
                                            </a:rPr>
                                          </m:ctrlPr>
                                        </m:accPr>
                                        <m:e>
                                          <m:r>
                                            <a:rPr lang="en-GB" i="1">
                                              <a:solidFill>
                                                <a:srgbClr val="C00000"/>
                                              </a:solidFill>
                                              <a:latin typeface="Cambria Math" panose="02040503050406030204" pitchFamily="18" charset="0"/>
                                            </a:rPr>
                                            <m:t>𝑦</m:t>
                                          </m:r>
                                        </m:e>
                                      </m:acc>
                                    </m:e>
                                    <m:sup>
                                      <m:r>
                                        <a:rPr lang="en-GB" i="1">
                                          <a:solidFill>
                                            <a:srgbClr val="C00000"/>
                                          </a:solidFill>
                                          <a:latin typeface="Cambria Math" panose="02040503050406030204" pitchFamily="18" charset="0"/>
                                        </a:rPr>
                                        <m:t>(</m:t>
                                      </m:r>
                                      <m: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m:t>
                                      </m:r>
                                    </m:sup>
                                  </m:sSup>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r>
                                        <a:rPr lang="en-GB" i="1">
                                          <a:solidFill>
                                            <a:srgbClr val="C00000"/>
                                          </a:solidFill>
                                          <a:latin typeface="Cambria Math" panose="02040503050406030204" pitchFamily="18" charset="0"/>
                                        </a:rPr>
                                        <m:t>(</m:t>
                                      </m:r>
                                      <m: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m:t>
                                      </m:r>
                                    </m:sup>
                                  </m:sSup>
                                  <m:r>
                                    <a:rPr lang="en-GB" i="1">
                                      <a:solidFill>
                                        <a:srgbClr val="C00000"/>
                                      </a:solidFill>
                                      <a:latin typeface="Cambria Math" panose="02040503050406030204" pitchFamily="18" charset="0"/>
                                    </a:rPr>
                                    <m:t>)</m:t>
                                  </m:r>
                                </m:e>
                                <m:sup>
                                  <m:r>
                                    <a:rPr lang="en-GB" i="1">
                                      <a:solidFill>
                                        <a:srgbClr val="C00000"/>
                                      </a:solidFill>
                                      <a:latin typeface="Cambria Math" panose="02040503050406030204" pitchFamily="18" charset="0"/>
                                    </a:rPr>
                                    <m:t>2</m:t>
                                  </m:r>
                                </m:sup>
                              </m:sSup>
                            </m:e>
                          </m:nary>
                        </m:e>
                      </m:func>
                    </m:oMath>
                  </m:oMathPara>
                </a14:m>
                <a:endParaRPr lang="en-GB" dirty="0"/>
              </a:p>
            </p:txBody>
          </p:sp>
        </mc:Choice>
        <mc:Fallback xmlns="">
          <p:sp>
            <p:nvSpPr>
              <p:cNvPr id="3" name="Content Placeholder 2">
                <a:extLst>
                  <a:ext uri="{FF2B5EF4-FFF2-40B4-BE49-F238E27FC236}">
                    <a16:creationId xmlns:a16="http://schemas.microsoft.com/office/drawing/2014/main" id="{044E3DD2-1E03-B848-88F2-6DB534643674}"/>
                  </a:ext>
                </a:extLst>
              </p:cNvPr>
              <p:cNvSpPr>
                <a:spLocks noGrp="1" noRot="1" noChangeAspect="1" noMove="1" noResize="1" noEditPoints="1" noAdjustHandles="1" noChangeArrowheads="1" noChangeShapeType="1" noTextEdit="1"/>
              </p:cNvSpPr>
              <p:nvPr>
                <p:ph idx="1"/>
              </p:nvPr>
            </p:nvSpPr>
            <p:spPr>
              <a:blipFill>
                <a:blip r:embed="rId3"/>
                <a:stretch>
                  <a:fillRect l="-1086" t="-9593" b="-39244"/>
                </a:stretch>
              </a:blipFill>
            </p:spPr>
            <p:txBody>
              <a:bodyPr/>
              <a:lstStyle/>
              <a:p>
                <a:r>
                  <a:rPr lang="en-US">
                    <a:noFill/>
                  </a:rPr>
                  <a:t> </a:t>
                </a:r>
              </a:p>
            </p:txBody>
          </p:sp>
        </mc:Fallback>
      </mc:AlternateContent>
    </p:spTree>
    <p:extLst>
      <p:ext uri="{BB962C8B-B14F-4D97-AF65-F5344CB8AC3E}">
        <p14:creationId xmlns:p14="http://schemas.microsoft.com/office/powerpoint/2010/main" val="46689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8CAA084-C0BF-3F44-B9BC-34E2888C2CAF}"/>
                  </a:ext>
                </a:extLst>
              </p:cNvPr>
              <p:cNvSpPr>
                <a:spLocks noGrp="1"/>
              </p:cNvSpPr>
              <p:nvPr>
                <p:ph type="title"/>
              </p:nvPr>
            </p:nvSpPr>
            <p:spPr/>
            <p:txBody>
              <a:bodyPr/>
              <a:lstStyle/>
              <a:p>
                <a:r>
                  <a:rPr lang="en-GB" dirty="0"/>
                  <a:t>Finding </a:t>
                </a:r>
                <a14:m>
                  <m:oMath xmlns:m="http://schemas.openxmlformats.org/officeDocument/2006/math">
                    <m:r>
                      <a:rPr lang="en-GB" b="1" i="1" smtClean="0">
                        <a:latin typeface="Cambria Math" panose="02040503050406030204" pitchFamily="18" charset="0"/>
                        <a:ea typeface="Cambria Math" panose="02040503050406030204" pitchFamily="18" charset="0"/>
                      </a:rPr>
                      <m:t>𝜽</m:t>
                    </m:r>
                  </m:oMath>
                </a14:m>
                <a:r>
                  <a:rPr lang="en-GB" dirty="0"/>
                  <a:t> to Minimise a Cost/Loss Function</a:t>
                </a:r>
              </a:p>
            </p:txBody>
          </p:sp>
        </mc:Choice>
        <mc:Fallback xmlns="">
          <p:sp>
            <p:nvSpPr>
              <p:cNvPr id="2" name="Title 1">
                <a:extLst>
                  <a:ext uri="{FF2B5EF4-FFF2-40B4-BE49-F238E27FC236}">
                    <a16:creationId xmlns:a16="http://schemas.microsoft.com/office/drawing/2014/main" id="{08CAA084-C0BF-3F44-B9BC-34E2888C2CAF}"/>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8C08B1-DA6E-8140-BD1B-C8F4107B2AEE}"/>
                  </a:ext>
                </a:extLst>
              </p:cNvPr>
              <p:cNvSpPr>
                <a:spLocks noGrp="1"/>
              </p:cNvSpPr>
              <p:nvPr>
                <p:ph idx="1"/>
              </p:nvPr>
            </p:nvSpPr>
            <p:spPr/>
            <p:txBody>
              <a:bodyPr>
                <a:normAutofit fontScale="92500"/>
              </a:bodyPr>
              <a:lstStyle/>
              <a:p>
                <a:r>
                  <a:rPr lang="en-GB" dirty="0"/>
                  <a:t>We define a </a:t>
                </a:r>
                <a:r>
                  <a:rPr lang="en-GB" i="1" dirty="0"/>
                  <a:t>cost function</a:t>
                </a:r>
                <a:r>
                  <a:rPr lang="en-GB" dirty="0"/>
                  <a:t> </a:t>
                </a:r>
                <a14:m>
                  <m:oMath xmlns:m="http://schemas.openxmlformats.org/officeDocument/2006/math">
                    <m:r>
                      <a:rPr lang="en-GB" b="0" i="1" smtClean="0">
                        <a:latin typeface="Cambria Math" panose="02040503050406030204" pitchFamily="18" charset="0"/>
                      </a:rPr>
                      <m:t>𝐽</m:t>
                    </m:r>
                  </m:oMath>
                </a14:m>
                <a:r>
                  <a:rPr lang="en-GB" dirty="0"/>
                  <a:t> of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a:t>
                </a:r>
                <a:r>
                  <a:rPr lang="en-GB" i="1" dirty="0"/>
                  <a:t>half of </a:t>
                </a:r>
                <a:r>
                  <a:rPr lang="en-GB" i="1" dirty="0" err="1"/>
                  <a:t>mse</a:t>
                </a:r>
                <a:r>
                  <a:rPr lang="en-GB" i="1" dirty="0"/>
                  <a:t> - mean squared err</a:t>
                </a:r>
                <a:r>
                  <a:rPr lang="en-GB" dirty="0"/>
                  <a:t>or):</a:t>
                </a:r>
              </a:p>
              <a:p>
                <a:pPr marL="0" indent="0">
                  <a:buNone/>
                </a:pPr>
                <a:endParaRPr lang="en-GB" dirty="0"/>
              </a:p>
              <a:p>
                <a:pPr marL="0" indent="0" algn="ctr">
                  <a:buNone/>
                </a:pPr>
                <a14:m>
                  <m:oMathPara xmlns:m="http://schemas.openxmlformats.org/officeDocument/2006/math">
                    <m:oMathParaPr>
                      <m:jc m:val="centerGroup"/>
                    </m:oMathParaPr>
                    <m:oMath xmlns:m="http://schemas.openxmlformats.org/officeDocument/2006/math">
                      <m:func>
                        <m:funcPr>
                          <m:ctrlPr>
                            <a:rPr lang="en-GB" i="1">
                              <a:latin typeface="Cambria Math" panose="02040503050406030204" pitchFamily="18" charset="0"/>
                            </a:rPr>
                          </m:ctrlPr>
                        </m:funcPr>
                        <m:fName>
                          <m:r>
                            <a:rPr lang="en-GB" b="0" i="1" smtClean="0">
                              <a:latin typeface="Cambria Math" panose="02040503050406030204" pitchFamily="18" charset="0"/>
                            </a:rPr>
                            <m:t>𝐽</m:t>
                          </m:r>
                          <m:d>
                            <m:dPr>
                              <m:ctrlPr>
                                <a:rPr lang="en-GB" b="0" i="1" smtClean="0">
                                  <a:latin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𝜃</m:t>
                              </m:r>
                            </m:e>
                          </m:d>
                          <m:r>
                            <a:rPr lang="en-GB" b="0" i="1" smtClean="0">
                              <a:latin typeface="Cambria Math" panose="02040503050406030204" pitchFamily="18" charset="0"/>
                            </a:rPr>
                            <m:t>=</m:t>
                          </m:r>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2</m:t>
                              </m:r>
                              <m:r>
                                <a:rPr lang="en-GB" b="0" i="1" smtClean="0">
                                  <a:latin typeface="Cambria Math" panose="02040503050406030204" pitchFamily="18" charset="0"/>
                                  <a:ea typeface="Cambria Math" panose="02040503050406030204" pitchFamily="18" charset="0"/>
                                </a:rPr>
                                <m:t>𝑚</m:t>
                              </m:r>
                            </m:den>
                          </m:f>
                        </m:fName>
                        <m:e>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𝑚</m:t>
                              </m:r>
                            </m:sup>
                            <m:e>
                              <m:sSup>
                                <m:sSupPr>
                                  <m:ctrlPr>
                                    <a:rPr lang="en-GB" i="1">
                                      <a:latin typeface="Cambria Math" panose="02040503050406030204" pitchFamily="18" charset="0"/>
                                    </a:rPr>
                                  </m:ctrlPr>
                                </m:sSupPr>
                                <m:e>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ea typeface="Cambria Math" panose="02040503050406030204" pitchFamily="18" charset="0"/>
                                        </a:rPr>
                                        <m:t>𝜃</m:t>
                                      </m:r>
                                    </m:sub>
                                  </m:sSub>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𝑥</m:t>
                                          </m:r>
                                        </m:e>
                                        <m:sup>
                                          <m:d>
                                            <m:dPr>
                                              <m:ctrlPr>
                                                <a:rPr lang="en-GB" i="1">
                                                  <a:latin typeface="Cambria Math" panose="02040503050406030204" pitchFamily="18" charset="0"/>
                                                </a:rPr>
                                              </m:ctrlPr>
                                            </m:dPr>
                                            <m:e>
                                              <m:r>
                                                <a:rPr lang="en-GB" i="1">
                                                  <a:latin typeface="Cambria Math" panose="02040503050406030204" pitchFamily="18" charset="0"/>
                                                </a:rPr>
                                                <m:t>𝑖</m:t>
                                              </m:r>
                                            </m:e>
                                          </m:d>
                                        </m:sup>
                                      </m:sSup>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i="1">
                                      <a:latin typeface="Cambria Math" panose="02040503050406030204" pitchFamily="18" charset="0"/>
                                    </a:rPr>
                                    <m:t>)</m:t>
                                  </m:r>
                                </m:e>
                                <m:sup>
                                  <m:r>
                                    <a:rPr lang="en-GB" i="1">
                                      <a:latin typeface="Cambria Math" panose="02040503050406030204" pitchFamily="18" charset="0"/>
                                    </a:rPr>
                                    <m:t>2</m:t>
                                  </m:r>
                                </m:sup>
                              </m:sSup>
                            </m:e>
                          </m:nary>
                        </m:e>
                      </m:func>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r>
                            <a:rPr lang="en-GB" b="0" i="1" smtClean="0">
                              <a:latin typeface="Cambria Math" panose="02040503050406030204" pitchFamily="18" charset="0"/>
                            </a:rPr>
                            <m:t>𝑚</m:t>
                          </m:r>
                        </m:den>
                      </m:f>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𝑚</m:t>
                          </m:r>
                        </m:sup>
                        <m:e>
                          <m:sSup>
                            <m:sSupPr>
                              <m:ctrlPr>
                                <a:rPr lang="en-GB" i="1">
                                  <a:latin typeface="Cambria Math" panose="02040503050406030204" pitchFamily="18" charset="0"/>
                                </a:rPr>
                              </m:ctrlPr>
                            </m:sSupPr>
                            <m:e>
                              <m:r>
                                <a:rPr lang="en-GB" i="1">
                                  <a:latin typeface="Cambria Math" panose="02040503050406030204" pitchFamily="18" charset="0"/>
                                </a:rPr>
                                <m:t>(</m:t>
                              </m:r>
                              <m:sSup>
                                <m:sSupPr>
                                  <m:ctrlPr>
                                    <a:rPr lang="en-GB" i="1" smtClean="0">
                                      <a:latin typeface="Cambria Math" panose="02040503050406030204" pitchFamily="18" charset="0"/>
                                    </a:rPr>
                                  </m:ctrlPr>
                                </m:sSupPr>
                                <m:e>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𝑦</m:t>
                                      </m:r>
                                    </m:e>
                                  </m:acc>
                                </m:e>
                                <m:sup>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i="1">
                                  <a:latin typeface="Cambria Math" panose="02040503050406030204" pitchFamily="18" charset="0"/>
                                </a:rPr>
                                <m:t>)</m:t>
                              </m:r>
                            </m:e>
                            <m:sup>
                              <m:r>
                                <a:rPr lang="en-GB" i="1">
                                  <a:latin typeface="Cambria Math" panose="02040503050406030204" pitchFamily="18" charset="0"/>
                                </a:rPr>
                                <m:t>2</m:t>
                              </m:r>
                            </m:sup>
                          </m:sSup>
                        </m:e>
                      </m:nary>
                    </m:oMath>
                  </m:oMathPara>
                </a14:m>
                <a:endParaRPr lang="en-GB" dirty="0"/>
              </a:p>
              <a:p>
                <a:pPr marL="0" indent="0" algn="ctr">
                  <a:buNone/>
                </a:pPr>
                <a:endParaRPr lang="en-GB" dirty="0"/>
              </a:p>
              <a:p>
                <a:r>
                  <a:rPr lang="en-GB" b="1" dirty="0"/>
                  <a:t>Our goal is to find </a:t>
                </a:r>
                <a14:m>
                  <m:oMath xmlns:m="http://schemas.openxmlformats.org/officeDocument/2006/math">
                    <m:r>
                      <a:rPr lang="en-GB" b="1" i="1" smtClean="0">
                        <a:latin typeface="Cambria Math" panose="02040503050406030204" pitchFamily="18" charset="0"/>
                        <a:ea typeface="Cambria Math" panose="02040503050406030204" pitchFamily="18" charset="0"/>
                      </a:rPr>
                      <m:t>𝜽</m:t>
                    </m:r>
                  </m:oMath>
                </a14:m>
                <a:r>
                  <a:rPr lang="en-GB" b="1" dirty="0"/>
                  <a:t> to minimise </a:t>
                </a:r>
                <a14:m>
                  <m:oMath xmlns:m="http://schemas.openxmlformats.org/officeDocument/2006/math">
                    <m:r>
                      <a:rPr lang="en-GB" b="1" i="1" smtClean="0">
                        <a:latin typeface="Cambria Math" panose="02040503050406030204" pitchFamily="18" charset="0"/>
                      </a:rPr>
                      <m:t>𝑱</m:t>
                    </m:r>
                    <m:r>
                      <a:rPr lang="en-GB" b="1" i="1" smtClean="0">
                        <a:latin typeface="Cambria Math" panose="02040503050406030204" pitchFamily="18" charset="0"/>
                      </a:rPr>
                      <m:t>(</m:t>
                    </m:r>
                    <m:r>
                      <a:rPr lang="en-GB" b="1" i="1" smtClean="0">
                        <a:latin typeface="Cambria Math" panose="02040503050406030204" pitchFamily="18" charset="0"/>
                        <a:ea typeface="Cambria Math" panose="02040503050406030204" pitchFamily="18" charset="0"/>
                      </a:rPr>
                      <m:t>𝜽</m:t>
                    </m:r>
                    <m:r>
                      <a:rPr lang="en-GB" b="1" i="1" smtClean="0">
                        <a:latin typeface="Cambria Math" panose="02040503050406030204" pitchFamily="18" charset="0"/>
                        <a:ea typeface="Cambria Math" panose="02040503050406030204" pitchFamily="18" charset="0"/>
                      </a:rPr>
                      <m:t>)</m:t>
                    </m:r>
                  </m:oMath>
                </a14:m>
                <a:r>
                  <a:rPr lang="en-GB" b="1" dirty="0"/>
                  <a:t> </a:t>
                </a:r>
                <a:r>
                  <a:rPr lang="en-GB" dirty="0"/>
                  <a:t>(half of </a:t>
                </a:r>
                <a:r>
                  <a:rPr lang="en-GB" i="1" dirty="0" err="1"/>
                  <a:t>mse</a:t>
                </a:r>
                <a:r>
                  <a:rPr lang="en-GB" i="1" dirty="0"/>
                  <a:t> – mean squared error</a:t>
                </a:r>
                <a:r>
                  <a:rPr lang="en-GB" dirty="0"/>
                  <a:t>): </a:t>
                </a:r>
              </a:p>
              <a:p>
                <a:pPr marL="0" indent="0" algn="ctr">
                  <a:buNone/>
                </a:pPr>
                <a14:m>
                  <m:oMathPara xmlns:m="http://schemas.openxmlformats.org/officeDocument/2006/math">
                    <m:oMathParaPr>
                      <m:jc m:val="centerGroup"/>
                    </m:oMathParaPr>
                    <m:oMath xmlns:m="http://schemas.openxmlformats.org/officeDocument/2006/math">
                      <m:limLow>
                        <m:limLowPr>
                          <m:ctrlPr>
                            <a:rPr lang="en-GB" i="1">
                              <a:latin typeface="Cambria Math" panose="02040503050406030204" pitchFamily="18" charset="0"/>
                            </a:rPr>
                          </m:ctrlPr>
                        </m:limLowPr>
                        <m:e>
                          <m:r>
                            <m:rPr>
                              <m:sty m:val="p"/>
                            </m:rPr>
                            <a:rPr lang="en-GB">
                              <a:latin typeface="Cambria Math" panose="02040503050406030204" pitchFamily="18" charset="0"/>
                            </a:rPr>
                            <m:t>min</m:t>
                          </m:r>
                        </m:e>
                        <m:lim>
                          <m:r>
                            <a:rPr lang="en-GB" i="1">
                              <a:latin typeface="Cambria Math" panose="02040503050406030204" pitchFamily="18" charset="0"/>
                              <a:ea typeface="Cambria Math" panose="02040503050406030204" pitchFamily="18" charset="0"/>
                            </a:rPr>
                            <m:t>𝜃</m:t>
                          </m:r>
                        </m:lim>
                      </m:limLow>
                      <m:r>
                        <a:rPr lang="en-GB" b="0" i="1" smtClean="0">
                          <a:latin typeface="Cambria Math" panose="02040503050406030204" pitchFamily="18" charset="0"/>
                          <a:ea typeface="Cambria Math" panose="02040503050406030204" pitchFamily="18" charset="0"/>
                        </a:rPr>
                        <m:t>𝐽</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oMath>
                  </m:oMathPara>
                </a14:m>
                <a:endParaRPr lang="en-GB" dirty="0"/>
              </a:p>
              <a:p>
                <a:r>
                  <a:rPr lang="en-GB" i="1" dirty="0"/>
                  <a:t>This is just one of the cost/loss functions </a:t>
                </a:r>
                <a:r>
                  <a:rPr lang="en-GB" dirty="0"/>
                  <a:t>- There are many different cost functions that we can choose.</a:t>
                </a:r>
              </a:p>
            </p:txBody>
          </p:sp>
        </mc:Choice>
        <mc:Fallback xmlns="">
          <p:sp>
            <p:nvSpPr>
              <p:cNvPr id="3" name="Content Placeholder 2">
                <a:extLst>
                  <a:ext uri="{FF2B5EF4-FFF2-40B4-BE49-F238E27FC236}">
                    <a16:creationId xmlns:a16="http://schemas.microsoft.com/office/drawing/2014/main" id="{EC8C08B1-DA6E-8140-BD1B-C8F4107B2AEE}"/>
                  </a:ext>
                </a:extLst>
              </p:cNvPr>
              <p:cNvSpPr>
                <a:spLocks noGrp="1" noRot="1" noChangeAspect="1" noMove="1" noResize="1" noEditPoints="1" noAdjustHandles="1" noChangeArrowheads="1" noChangeShapeType="1" noTextEdit="1"/>
              </p:cNvSpPr>
              <p:nvPr>
                <p:ph idx="1"/>
              </p:nvPr>
            </p:nvSpPr>
            <p:spPr>
              <a:blipFill>
                <a:blip r:embed="rId4"/>
                <a:stretch>
                  <a:fillRect l="-965" t="-11919"/>
                </a:stretch>
              </a:blipFill>
            </p:spPr>
            <p:txBody>
              <a:bodyPr/>
              <a:lstStyle/>
              <a:p>
                <a:r>
                  <a:rPr lang="en-US">
                    <a:noFill/>
                  </a:rPr>
                  <a:t> </a:t>
                </a:r>
              </a:p>
            </p:txBody>
          </p:sp>
        </mc:Fallback>
      </mc:AlternateContent>
    </p:spTree>
    <p:extLst>
      <p:ext uri="{BB962C8B-B14F-4D97-AF65-F5344CB8AC3E}">
        <p14:creationId xmlns:p14="http://schemas.microsoft.com/office/powerpoint/2010/main" val="1457617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71694-DD07-DA47-BA70-615C8117A3F5}"/>
              </a:ext>
            </a:extLst>
          </p:cNvPr>
          <p:cNvSpPr>
            <a:spLocks noGrp="1"/>
          </p:cNvSpPr>
          <p:nvPr>
            <p:ph type="ctrTitle"/>
          </p:nvPr>
        </p:nvSpPr>
        <p:spPr/>
        <p:txBody>
          <a:bodyPr/>
          <a:lstStyle/>
          <a:p>
            <a:r>
              <a:rPr lang="en-GB" dirty="0"/>
              <a:t>End of Week 1</a:t>
            </a:r>
          </a:p>
        </p:txBody>
      </p:sp>
      <p:sp>
        <p:nvSpPr>
          <p:cNvPr id="3" name="Subtitle 2">
            <a:extLst>
              <a:ext uri="{FF2B5EF4-FFF2-40B4-BE49-F238E27FC236}">
                <a16:creationId xmlns:a16="http://schemas.microsoft.com/office/drawing/2014/main" id="{1D289EDE-790E-C849-AD86-E66DF734E1DA}"/>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575927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A967C-0521-C2EE-4A37-40F138D26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CBCE0-DFE1-09F9-A765-AA86F4E189C7}"/>
              </a:ext>
            </a:extLst>
          </p:cNvPr>
          <p:cNvSpPr>
            <a:spLocks noGrp="1"/>
          </p:cNvSpPr>
          <p:nvPr>
            <p:ph type="title"/>
          </p:nvPr>
        </p:nvSpPr>
        <p:spPr/>
        <p:txBody>
          <a:bodyPr/>
          <a:lstStyle/>
          <a:p>
            <a:r>
              <a:rPr lang="en-GB" dirty="0"/>
              <a:t>Mean Squared Error – An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E69C45-DEF2-6A43-275A-51AC583BF15E}"/>
                  </a:ext>
                </a:extLst>
              </p:cNvPr>
              <p:cNvSpPr>
                <a:spLocks noGrp="1"/>
              </p:cNvSpPr>
              <p:nvPr>
                <p:ph idx="1"/>
              </p:nvPr>
            </p:nvSpPr>
            <p:spPr>
              <a:xfrm>
                <a:off x="6574420" y="1825625"/>
                <a:ext cx="4779379" cy="2225514"/>
              </a:xfrm>
            </p:spPr>
            <p:txBody>
              <a:bodyPr>
                <a:normAutofit fontScale="92500"/>
              </a:bodyPr>
              <a:lstStyle/>
              <a:p>
                <a:pPr marL="0" indent="0" algn="ctr">
                  <a:buNone/>
                </a:pPr>
                <a14:m>
                  <m:oMathPara xmlns:m="http://schemas.openxmlformats.org/officeDocument/2006/math">
                    <m:oMathParaPr>
                      <m:jc m:val="centerGroup"/>
                    </m:oMathParaPr>
                    <m:oMath xmlns:m="http://schemas.openxmlformats.org/officeDocument/2006/math">
                      <m:func>
                        <m:funcPr>
                          <m:ctrlPr>
                            <a:rPr lang="en-GB" i="1">
                              <a:latin typeface="Cambria Math" panose="02040503050406030204" pitchFamily="18" charset="0"/>
                            </a:rPr>
                          </m:ctrlPr>
                        </m:funcPr>
                        <m:fName>
                          <m:r>
                            <a:rPr lang="en-GB" b="0" i="1" smtClean="0">
                              <a:latin typeface="Cambria Math" panose="02040503050406030204" pitchFamily="18" charset="0"/>
                            </a:rPr>
                            <m:t>𝐽</m:t>
                          </m:r>
                          <m:d>
                            <m:dPr>
                              <m:ctrlPr>
                                <a:rPr lang="en-GB" b="0" i="1" smtClean="0">
                                  <a:latin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𝜃</m:t>
                              </m:r>
                            </m:e>
                          </m:d>
                          <m:r>
                            <a:rPr lang="en-GB" b="0" i="1" smtClean="0">
                              <a:latin typeface="Cambria Math" panose="02040503050406030204" pitchFamily="18" charset="0"/>
                            </a:rPr>
                            <m:t>=</m:t>
                          </m:r>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1</m:t>
                              </m:r>
                            </m:num>
                            <m:den>
                              <m:r>
                                <a:rPr lang="en-GB" b="0" i="1" smtClean="0">
                                  <a:latin typeface="Cambria Math" panose="02040503050406030204" pitchFamily="18" charset="0"/>
                                  <a:ea typeface="Cambria Math" panose="02040503050406030204" pitchFamily="18" charset="0"/>
                                </a:rPr>
                                <m:t>2</m:t>
                              </m:r>
                              <m:r>
                                <a:rPr lang="en-GB" b="0" i="1" smtClean="0">
                                  <a:latin typeface="Cambria Math" panose="02040503050406030204" pitchFamily="18" charset="0"/>
                                  <a:ea typeface="Cambria Math" panose="02040503050406030204" pitchFamily="18" charset="0"/>
                                </a:rPr>
                                <m:t>𝑚</m:t>
                              </m:r>
                            </m:den>
                          </m:f>
                        </m:fName>
                        <m:e>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𝑚</m:t>
                              </m:r>
                            </m:sup>
                            <m:e>
                              <m:sSup>
                                <m:sSupPr>
                                  <m:ctrlPr>
                                    <a:rPr lang="en-GB" i="1">
                                      <a:latin typeface="Cambria Math" panose="02040503050406030204" pitchFamily="18" charset="0"/>
                                    </a:rPr>
                                  </m:ctrlPr>
                                </m:sSupPr>
                                <m:e>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h</m:t>
                                      </m:r>
                                    </m:e>
                                    <m:sub>
                                      <m:r>
                                        <a:rPr lang="en-GB" i="1">
                                          <a:latin typeface="Cambria Math" panose="02040503050406030204" pitchFamily="18" charset="0"/>
                                          <a:ea typeface="Cambria Math" panose="02040503050406030204" pitchFamily="18" charset="0"/>
                                        </a:rPr>
                                        <m:t>𝜃</m:t>
                                      </m:r>
                                    </m:sub>
                                  </m:sSub>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𝑥</m:t>
                                          </m:r>
                                        </m:e>
                                        <m:sup>
                                          <m:d>
                                            <m:dPr>
                                              <m:ctrlPr>
                                                <a:rPr lang="en-GB" i="1">
                                                  <a:latin typeface="Cambria Math" panose="02040503050406030204" pitchFamily="18" charset="0"/>
                                                </a:rPr>
                                              </m:ctrlPr>
                                            </m:dPr>
                                            <m:e>
                                              <m:r>
                                                <a:rPr lang="en-GB" i="1">
                                                  <a:latin typeface="Cambria Math" panose="02040503050406030204" pitchFamily="18" charset="0"/>
                                                </a:rPr>
                                                <m:t>𝑖</m:t>
                                              </m:r>
                                            </m:e>
                                          </m:d>
                                        </m:sup>
                                      </m:sSup>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i="1">
                                      <a:latin typeface="Cambria Math" panose="02040503050406030204" pitchFamily="18" charset="0"/>
                                    </a:rPr>
                                    <m:t>)</m:t>
                                  </m:r>
                                </m:e>
                                <m:sup>
                                  <m:r>
                                    <a:rPr lang="en-GB" i="1">
                                      <a:latin typeface="Cambria Math" panose="02040503050406030204" pitchFamily="18" charset="0"/>
                                    </a:rPr>
                                    <m:t>2</m:t>
                                  </m:r>
                                </m:sup>
                              </m:sSup>
                            </m:e>
                          </m:nary>
                        </m:e>
                      </m:func>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r>
                            <a:rPr lang="en-GB" b="0" i="1" smtClean="0">
                              <a:latin typeface="Cambria Math" panose="02040503050406030204" pitchFamily="18" charset="0"/>
                            </a:rPr>
                            <m:t>𝑚</m:t>
                          </m:r>
                        </m:den>
                      </m:f>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𝑖</m:t>
                          </m:r>
                          <m:r>
                            <a:rPr lang="en-GB" i="1">
                              <a:latin typeface="Cambria Math" panose="02040503050406030204" pitchFamily="18" charset="0"/>
                            </a:rPr>
                            <m:t>=1</m:t>
                          </m:r>
                        </m:sub>
                        <m:sup>
                          <m:r>
                            <a:rPr lang="en-GB" i="1">
                              <a:latin typeface="Cambria Math" panose="02040503050406030204" pitchFamily="18" charset="0"/>
                            </a:rPr>
                            <m:t>𝑚</m:t>
                          </m:r>
                        </m:sup>
                        <m:e>
                          <m:sSup>
                            <m:sSupPr>
                              <m:ctrlPr>
                                <a:rPr lang="en-GB" i="1">
                                  <a:latin typeface="Cambria Math" panose="02040503050406030204" pitchFamily="18" charset="0"/>
                                </a:rPr>
                              </m:ctrlPr>
                            </m:sSupPr>
                            <m:e>
                              <m:r>
                                <a:rPr lang="en-GB" i="1">
                                  <a:latin typeface="Cambria Math" panose="02040503050406030204" pitchFamily="18" charset="0"/>
                                </a:rPr>
                                <m:t>(</m:t>
                              </m:r>
                              <m:sSup>
                                <m:sSupPr>
                                  <m:ctrlPr>
                                    <a:rPr lang="en-GB" i="1" smtClean="0">
                                      <a:latin typeface="Cambria Math" panose="02040503050406030204" pitchFamily="18" charset="0"/>
                                    </a:rPr>
                                  </m:ctrlPr>
                                </m:sSupPr>
                                <m:e>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𝑦</m:t>
                                      </m:r>
                                    </m:e>
                                  </m:acc>
                                </m:e>
                                <m:sup>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𝑦</m:t>
                                  </m:r>
                                </m:e>
                                <m:sup>
                                  <m:r>
                                    <a:rPr lang="en-GB" i="1">
                                      <a:latin typeface="Cambria Math" panose="02040503050406030204" pitchFamily="18" charset="0"/>
                                    </a:rPr>
                                    <m:t>(</m:t>
                                  </m:r>
                                  <m:r>
                                    <a:rPr lang="en-GB" i="1">
                                      <a:latin typeface="Cambria Math" panose="02040503050406030204" pitchFamily="18" charset="0"/>
                                    </a:rPr>
                                    <m:t>𝑖</m:t>
                                  </m:r>
                                  <m:r>
                                    <a:rPr lang="en-GB" i="1">
                                      <a:latin typeface="Cambria Math" panose="02040503050406030204" pitchFamily="18" charset="0"/>
                                    </a:rPr>
                                    <m:t>)</m:t>
                                  </m:r>
                                </m:sup>
                              </m:sSup>
                              <m:r>
                                <a:rPr lang="en-GB" i="1">
                                  <a:latin typeface="Cambria Math" panose="02040503050406030204" pitchFamily="18" charset="0"/>
                                </a:rPr>
                                <m:t>)</m:t>
                              </m:r>
                            </m:e>
                            <m:sup>
                              <m:r>
                                <a:rPr lang="en-GB" i="1">
                                  <a:latin typeface="Cambria Math" panose="02040503050406030204" pitchFamily="18" charset="0"/>
                                </a:rPr>
                                <m:t>2</m:t>
                              </m:r>
                            </m:sup>
                          </m:sSup>
                        </m:e>
                      </m:nary>
                    </m:oMath>
                  </m:oMathPara>
                </a14:m>
                <a:endParaRPr lang="en-GB" dirty="0"/>
              </a:p>
            </p:txBody>
          </p:sp>
        </mc:Choice>
        <mc:Fallback xmlns="">
          <p:sp>
            <p:nvSpPr>
              <p:cNvPr id="3" name="Content Placeholder 2">
                <a:extLst>
                  <a:ext uri="{FF2B5EF4-FFF2-40B4-BE49-F238E27FC236}">
                    <a16:creationId xmlns:a16="http://schemas.microsoft.com/office/drawing/2014/main" id="{33E69C45-DEF2-6A43-275A-51AC583BF15E}"/>
                  </a:ext>
                </a:extLst>
              </p:cNvPr>
              <p:cNvSpPr>
                <a:spLocks noGrp="1" noRot="1" noChangeAspect="1" noMove="1" noResize="1" noEditPoints="1" noAdjustHandles="1" noChangeArrowheads="1" noChangeShapeType="1" noTextEdit="1"/>
              </p:cNvSpPr>
              <p:nvPr>
                <p:ph idx="1"/>
              </p:nvPr>
            </p:nvSpPr>
            <p:spPr>
              <a:xfrm>
                <a:off x="6574420" y="1825625"/>
                <a:ext cx="4779379" cy="2225514"/>
              </a:xfrm>
              <a:blipFill>
                <a:blip r:embed="rId3"/>
                <a:stretch>
                  <a:fillRect l="-5305" t="-61017" b="-80791"/>
                </a:stretch>
              </a:blipFill>
            </p:spPr>
            <p:txBody>
              <a:bodyPr/>
              <a:lstStyle/>
              <a:p>
                <a:r>
                  <a:rPr lang="en-US">
                    <a:noFill/>
                  </a:rPr>
                  <a:t> </a:t>
                </a:r>
              </a:p>
            </p:txBody>
          </p:sp>
        </mc:Fallback>
      </mc:AlternateContent>
      <p:grpSp>
        <p:nvGrpSpPr>
          <p:cNvPr id="4" name="object 16">
            <a:extLst>
              <a:ext uri="{FF2B5EF4-FFF2-40B4-BE49-F238E27FC236}">
                <a16:creationId xmlns:a16="http://schemas.microsoft.com/office/drawing/2014/main" id="{3CD47B98-EED5-E26C-83E3-1FE4F46B2979}"/>
              </a:ext>
            </a:extLst>
          </p:cNvPr>
          <p:cNvGrpSpPr/>
          <p:nvPr/>
        </p:nvGrpSpPr>
        <p:grpSpPr>
          <a:xfrm>
            <a:off x="1341480" y="1690688"/>
            <a:ext cx="3698875" cy="3582035"/>
            <a:chOff x="313151" y="966056"/>
            <a:chExt cx="3698875" cy="3582035"/>
          </a:xfrm>
        </p:grpSpPr>
        <p:sp>
          <p:nvSpPr>
            <p:cNvPr id="5" name="object 17">
              <a:extLst>
                <a:ext uri="{FF2B5EF4-FFF2-40B4-BE49-F238E27FC236}">
                  <a16:creationId xmlns:a16="http://schemas.microsoft.com/office/drawing/2014/main" id="{8181448E-194E-15EC-53E1-93AEC34D2735}"/>
                </a:ext>
              </a:extLst>
            </p:cNvPr>
            <p:cNvSpPr/>
            <p:nvPr/>
          </p:nvSpPr>
          <p:spPr>
            <a:xfrm>
              <a:off x="313151" y="966056"/>
              <a:ext cx="3698875" cy="3582035"/>
            </a:xfrm>
            <a:custGeom>
              <a:avLst/>
              <a:gdLst/>
              <a:ahLst/>
              <a:cxnLst/>
              <a:rect l="l" t="t" r="r" b="b"/>
              <a:pathLst>
                <a:path w="3698875" h="3582035">
                  <a:moveTo>
                    <a:pt x="0" y="3581842"/>
                  </a:moveTo>
                  <a:lnTo>
                    <a:pt x="3698401" y="3581842"/>
                  </a:lnTo>
                  <a:lnTo>
                    <a:pt x="3698401" y="0"/>
                  </a:lnTo>
                  <a:lnTo>
                    <a:pt x="0" y="0"/>
                  </a:lnTo>
                  <a:lnTo>
                    <a:pt x="0" y="3581842"/>
                  </a:lnTo>
                  <a:close/>
                </a:path>
              </a:pathLst>
            </a:custGeom>
            <a:solidFill>
              <a:srgbClr val="FFFFFF"/>
            </a:solidFill>
          </p:spPr>
          <p:txBody>
            <a:bodyPr wrap="square" lIns="0" tIns="0" rIns="0" bIns="0" rtlCol="0"/>
            <a:lstStyle/>
            <a:p>
              <a:endParaRPr/>
            </a:p>
          </p:txBody>
        </p:sp>
        <p:sp>
          <p:nvSpPr>
            <p:cNvPr id="6" name="object 18">
              <a:extLst>
                <a:ext uri="{FF2B5EF4-FFF2-40B4-BE49-F238E27FC236}">
                  <a16:creationId xmlns:a16="http://schemas.microsoft.com/office/drawing/2014/main" id="{143AC06F-4DCE-12FE-10CA-FCFB67361F82}"/>
                </a:ext>
              </a:extLst>
            </p:cNvPr>
            <p:cNvSpPr/>
            <p:nvPr/>
          </p:nvSpPr>
          <p:spPr>
            <a:xfrm>
              <a:off x="418739" y="1039900"/>
              <a:ext cx="1333500" cy="2570480"/>
            </a:xfrm>
            <a:custGeom>
              <a:avLst/>
              <a:gdLst/>
              <a:ahLst/>
              <a:cxnLst/>
              <a:rect l="l" t="t" r="r" b="b"/>
              <a:pathLst>
                <a:path w="1333500" h="2570479">
                  <a:moveTo>
                    <a:pt x="1315756" y="0"/>
                  </a:moveTo>
                  <a:lnTo>
                    <a:pt x="0" y="960179"/>
                  </a:lnTo>
                  <a:lnTo>
                    <a:pt x="77544" y="2570455"/>
                  </a:lnTo>
                  <a:lnTo>
                    <a:pt x="1333212" y="1517929"/>
                  </a:lnTo>
                  <a:lnTo>
                    <a:pt x="1315756" y="0"/>
                  </a:lnTo>
                  <a:close/>
                </a:path>
              </a:pathLst>
            </a:custGeom>
            <a:solidFill>
              <a:srgbClr val="F2F2F2">
                <a:alpha val="50000"/>
              </a:srgbClr>
            </a:solidFill>
          </p:spPr>
          <p:txBody>
            <a:bodyPr wrap="square" lIns="0" tIns="0" rIns="0" bIns="0" rtlCol="0"/>
            <a:lstStyle/>
            <a:p>
              <a:endParaRPr/>
            </a:p>
          </p:txBody>
        </p:sp>
        <p:sp>
          <p:nvSpPr>
            <p:cNvPr id="7" name="object 19">
              <a:extLst>
                <a:ext uri="{FF2B5EF4-FFF2-40B4-BE49-F238E27FC236}">
                  <a16:creationId xmlns:a16="http://schemas.microsoft.com/office/drawing/2014/main" id="{51477B87-2922-E25C-ED28-4E2AA5D7B467}"/>
                </a:ext>
              </a:extLst>
            </p:cNvPr>
            <p:cNvSpPr/>
            <p:nvPr/>
          </p:nvSpPr>
          <p:spPr>
            <a:xfrm>
              <a:off x="418739" y="1039900"/>
              <a:ext cx="1333500" cy="2570480"/>
            </a:xfrm>
            <a:custGeom>
              <a:avLst/>
              <a:gdLst/>
              <a:ahLst/>
              <a:cxnLst/>
              <a:rect l="l" t="t" r="r" b="b"/>
              <a:pathLst>
                <a:path w="1333500" h="2570479">
                  <a:moveTo>
                    <a:pt x="77544" y="2570455"/>
                  </a:moveTo>
                  <a:lnTo>
                    <a:pt x="1333212" y="1517929"/>
                  </a:lnTo>
                  <a:lnTo>
                    <a:pt x="1315756" y="0"/>
                  </a:lnTo>
                  <a:lnTo>
                    <a:pt x="0" y="960179"/>
                  </a:lnTo>
                </a:path>
              </a:pathLst>
            </a:custGeom>
            <a:ln w="17486">
              <a:solidFill>
                <a:srgbClr val="F2F2F2"/>
              </a:solidFill>
            </a:ln>
          </p:spPr>
          <p:txBody>
            <a:bodyPr wrap="square" lIns="0" tIns="0" rIns="0" bIns="0" rtlCol="0"/>
            <a:lstStyle/>
            <a:p>
              <a:endParaRPr/>
            </a:p>
          </p:txBody>
        </p:sp>
        <p:sp>
          <p:nvSpPr>
            <p:cNvPr id="8" name="object 20">
              <a:extLst>
                <a:ext uri="{FF2B5EF4-FFF2-40B4-BE49-F238E27FC236}">
                  <a16:creationId xmlns:a16="http://schemas.microsoft.com/office/drawing/2014/main" id="{A0E2E242-BB7D-11F3-8CA6-E38A7A33DA7A}"/>
                </a:ext>
              </a:extLst>
            </p:cNvPr>
            <p:cNvSpPr/>
            <p:nvPr/>
          </p:nvSpPr>
          <p:spPr>
            <a:xfrm>
              <a:off x="1734496" y="1039900"/>
              <a:ext cx="2104390" cy="2103755"/>
            </a:xfrm>
            <a:custGeom>
              <a:avLst/>
              <a:gdLst/>
              <a:ahLst/>
              <a:cxnLst/>
              <a:rect l="l" t="t" r="r" b="b"/>
              <a:pathLst>
                <a:path w="2104390" h="2103755">
                  <a:moveTo>
                    <a:pt x="0" y="0"/>
                  </a:moveTo>
                  <a:lnTo>
                    <a:pt x="17455" y="1517929"/>
                  </a:lnTo>
                  <a:lnTo>
                    <a:pt x="2032354" y="2103581"/>
                  </a:lnTo>
                  <a:lnTo>
                    <a:pt x="2104259" y="533367"/>
                  </a:lnTo>
                  <a:lnTo>
                    <a:pt x="0" y="0"/>
                  </a:lnTo>
                  <a:close/>
                </a:path>
              </a:pathLst>
            </a:custGeom>
            <a:solidFill>
              <a:srgbClr val="E5E5E5">
                <a:alpha val="50000"/>
              </a:srgbClr>
            </a:solidFill>
          </p:spPr>
          <p:txBody>
            <a:bodyPr wrap="square" lIns="0" tIns="0" rIns="0" bIns="0" rtlCol="0"/>
            <a:lstStyle/>
            <a:p>
              <a:endParaRPr/>
            </a:p>
          </p:txBody>
        </p:sp>
        <p:sp>
          <p:nvSpPr>
            <p:cNvPr id="9" name="object 21">
              <a:extLst>
                <a:ext uri="{FF2B5EF4-FFF2-40B4-BE49-F238E27FC236}">
                  <a16:creationId xmlns:a16="http://schemas.microsoft.com/office/drawing/2014/main" id="{AE444D90-48F6-1363-80FA-0A5AFDCD35F2}"/>
                </a:ext>
              </a:extLst>
            </p:cNvPr>
            <p:cNvSpPr/>
            <p:nvPr/>
          </p:nvSpPr>
          <p:spPr>
            <a:xfrm>
              <a:off x="1734496" y="1039900"/>
              <a:ext cx="2104390" cy="2103755"/>
            </a:xfrm>
            <a:custGeom>
              <a:avLst/>
              <a:gdLst/>
              <a:ahLst/>
              <a:cxnLst/>
              <a:rect l="l" t="t" r="r" b="b"/>
              <a:pathLst>
                <a:path w="2104390" h="2103755">
                  <a:moveTo>
                    <a:pt x="17455" y="1517929"/>
                  </a:moveTo>
                  <a:lnTo>
                    <a:pt x="2032354" y="2103581"/>
                  </a:lnTo>
                  <a:lnTo>
                    <a:pt x="2104259" y="533367"/>
                  </a:lnTo>
                  <a:lnTo>
                    <a:pt x="0" y="0"/>
                  </a:lnTo>
                </a:path>
              </a:pathLst>
            </a:custGeom>
            <a:ln w="17486">
              <a:solidFill>
                <a:srgbClr val="E5E5E5"/>
              </a:solidFill>
            </a:ln>
          </p:spPr>
          <p:txBody>
            <a:bodyPr wrap="square" lIns="0" tIns="0" rIns="0" bIns="0" rtlCol="0"/>
            <a:lstStyle/>
            <a:p>
              <a:endParaRPr/>
            </a:p>
          </p:txBody>
        </p:sp>
        <p:sp>
          <p:nvSpPr>
            <p:cNvPr id="10" name="object 22">
              <a:extLst>
                <a:ext uri="{FF2B5EF4-FFF2-40B4-BE49-F238E27FC236}">
                  <a16:creationId xmlns:a16="http://schemas.microsoft.com/office/drawing/2014/main" id="{D8FAE02D-87D2-8428-A7B8-BA942BADD2AC}"/>
                </a:ext>
              </a:extLst>
            </p:cNvPr>
            <p:cNvSpPr/>
            <p:nvPr/>
          </p:nvSpPr>
          <p:spPr>
            <a:xfrm>
              <a:off x="496283" y="2557829"/>
              <a:ext cx="3270885" cy="1750695"/>
            </a:xfrm>
            <a:custGeom>
              <a:avLst/>
              <a:gdLst/>
              <a:ahLst/>
              <a:cxnLst/>
              <a:rect l="l" t="t" r="r" b="b"/>
              <a:pathLst>
                <a:path w="3270885" h="1750695">
                  <a:moveTo>
                    <a:pt x="1255667" y="0"/>
                  </a:moveTo>
                  <a:lnTo>
                    <a:pt x="0" y="1052526"/>
                  </a:lnTo>
                  <a:lnTo>
                    <a:pt x="2135891" y="1750108"/>
                  </a:lnTo>
                  <a:lnTo>
                    <a:pt x="3270567" y="585651"/>
                  </a:lnTo>
                  <a:lnTo>
                    <a:pt x="1255667" y="0"/>
                  </a:lnTo>
                  <a:close/>
                </a:path>
              </a:pathLst>
            </a:custGeom>
            <a:solidFill>
              <a:srgbClr val="EBEBEB">
                <a:alpha val="50000"/>
              </a:srgbClr>
            </a:solidFill>
          </p:spPr>
          <p:txBody>
            <a:bodyPr wrap="square" lIns="0" tIns="0" rIns="0" bIns="0" rtlCol="0"/>
            <a:lstStyle/>
            <a:p>
              <a:endParaRPr/>
            </a:p>
          </p:txBody>
        </p:sp>
        <p:sp>
          <p:nvSpPr>
            <p:cNvPr id="11" name="object 23">
              <a:extLst>
                <a:ext uri="{FF2B5EF4-FFF2-40B4-BE49-F238E27FC236}">
                  <a16:creationId xmlns:a16="http://schemas.microsoft.com/office/drawing/2014/main" id="{6B199622-18BC-4938-C6BC-FCEAA68780B3}"/>
                </a:ext>
              </a:extLst>
            </p:cNvPr>
            <p:cNvSpPr/>
            <p:nvPr/>
          </p:nvSpPr>
          <p:spPr>
            <a:xfrm>
              <a:off x="496283" y="2557829"/>
              <a:ext cx="3270885" cy="1750695"/>
            </a:xfrm>
            <a:custGeom>
              <a:avLst/>
              <a:gdLst/>
              <a:ahLst/>
              <a:cxnLst/>
              <a:rect l="l" t="t" r="r" b="b"/>
              <a:pathLst>
                <a:path w="3270885" h="1750695">
                  <a:moveTo>
                    <a:pt x="0" y="1052526"/>
                  </a:moveTo>
                  <a:lnTo>
                    <a:pt x="2135891" y="1750108"/>
                  </a:lnTo>
                  <a:lnTo>
                    <a:pt x="3270567" y="585651"/>
                  </a:lnTo>
                  <a:lnTo>
                    <a:pt x="1255667" y="0"/>
                  </a:lnTo>
                </a:path>
              </a:pathLst>
            </a:custGeom>
            <a:ln w="17486">
              <a:solidFill>
                <a:srgbClr val="EBEBEB"/>
              </a:solidFill>
            </a:ln>
          </p:spPr>
          <p:txBody>
            <a:bodyPr wrap="square" lIns="0" tIns="0" rIns="0" bIns="0" rtlCol="0"/>
            <a:lstStyle/>
            <a:p>
              <a:endParaRPr/>
            </a:p>
          </p:txBody>
        </p:sp>
        <p:sp>
          <p:nvSpPr>
            <p:cNvPr id="12" name="object 24">
              <a:extLst>
                <a:ext uri="{FF2B5EF4-FFF2-40B4-BE49-F238E27FC236}">
                  <a16:creationId xmlns:a16="http://schemas.microsoft.com/office/drawing/2014/main" id="{1FCA81CE-9A1A-EECF-D376-D85EC6BAD974}"/>
                </a:ext>
              </a:extLst>
            </p:cNvPr>
            <p:cNvSpPr/>
            <p:nvPr/>
          </p:nvSpPr>
          <p:spPr>
            <a:xfrm>
              <a:off x="496283" y="3610355"/>
              <a:ext cx="2136140" cy="697865"/>
            </a:xfrm>
            <a:custGeom>
              <a:avLst/>
              <a:gdLst/>
              <a:ahLst/>
              <a:cxnLst/>
              <a:rect l="l" t="t" r="r" b="b"/>
              <a:pathLst>
                <a:path w="2136140" h="697864">
                  <a:moveTo>
                    <a:pt x="0" y="0"/>
                  </a:moveTo>
                  <a:lnTo>
                    <a:pt x="2135891" y="697582"/>
                  </a:lnTo>
                </a:path>
              </a:pathLst>
            </a:custGeom>
            <a:ln w="13989">
              <a:solidFill>
                <a:srgbClr val="000000"/>
              </a:solidFill>
            </a:ln>
          </p:spPr>
          <p:txBody>
            <a:bodyPr wrap="square" lIns="0" tIns="0" rIns="0" bIns="0" rtlCol="0"/>
            <a:lstStyle/>
            <a:p>
              <a:endParaRPr/>
            </a:p>
          </p:txBody>
        </p:sp>
        <p:sp>
          <p:nvSpPr>
            <p:cNvPr id="13" name="object 25">
              <a:extLst>
                <a:ext uri="{FF2B5EF4-FFF2-40B4-BE49-F238E27FC236}">
                  <a16:creationId xmlns:a16="http://schemas.microsoft.com/office/drawing/2014/main" id="{745B9D00-CC12-F983-CDA3-180554C1C0F6}"/>
                </a:ext>
              </a:extLst>
            </p:cNvPr>
            <p:cNvSpPr/>
            <p:nvPr/>
          </p:nvSpPr>
          <p:spPr>
            <a:xfrm>
              <a:off x="625645" y="1072274"/>
              <a:ext cx="3072765" cy="3189605"/>
            </a:xfrm>
            <a:custGeom>
              <a:avLst/>
              <a:gdLst/>
              <a:ahLst/>
              <a:cxnLst/>
              <a:rect l="l" t="t" r="r" b="b"/>
              <a:pathLst>
                <a:path w="3072765" h="3189604">
                  <a:moveTo>
                    <a:pt x="0" y="2580330"/>
                  </a:moveTo>
                  <a:lnTo>
                    <a:pt x="1248846" y="1521173"/>
                  </a:lnTo>
                  <a:lnTo>
                    <a:pt x="1236572" y="0"/>
                  </a:lnTo>
                </a:path>
                <a:path w="3072765" h="3189604">
                  <a:moveTo>
                    <a:pt x="450036" y="2727313"/>
                  </a:moveTo>
                  <a:lnTo>
                    <a:pt x="1674644" y="1644935"/>
                  </a:lnTo>
                  <a:lnTo>
                    <a:pt x="1680628" y="112555"/>
                  </a:lnTo>
                </a:path>
                <a:path w="3072765" h="3189604">
                  <a:moveTo>
                    <a:pt x="910429" y="2877677"/>
                  </a:moveTo>
                  <a:lnTo>
                    <a:pt x="2109418" y="1771308"/>
                  </a:lnTo>
                  <a:lnTo>
                    <a:pt x="2134454" y="227586"/>
                  </a:lnTo>
                </a:path>
                <a:path w="3072765" h="3189604">
                  <a:moveTo>
                    <a:pt x="1381537" y="3031541"/>
                  </a:moveTo>
                  <a:lnTo>
                    <a:pt x="2553456" y="1900371"/>
                  </a:lnTo>
                  <a:lnTo>
                    <a:pt x="2598377" y="345177"/>
                  </a:lnTo>
                </a:path>
                <a:path w="3072765" h="3189604">
                  <a:moveTo>
                    <a:pt x="1863739" y="3189028"/>
                  </a:moveTo>
                  <a:lnTo>
                    <a:pt x="3007059" y="2032216"/>
                  </a:lnTo>
                  <a:lnTo>
                    <a:pt x="3072738" y="465414"/>
                  </a:lnTo>
                </a:path>
              </a:pathLst>
            </a:custGeom>
            <a:ln w="13989">
              <a:solidFill>
                <a:srgbClr val="B0B0B0"/>
              </a:solidFill>
            </a:ln>
          </p:spPr>
          <p:txBody>
            <a:bodyPr wrap="square" lIns="0" tIns="0" rIns="0" bIns="0" rtlCol="0"/>
            <a:lstStyle/>
            <a:p>
              <a:endParaRPr/>
            </a:p>
          </p:txBody>
        </p:sp>
        <p:sp>
          <p:nvSpPr>
            <p:cNvPr id="14" name="object 26">
              <a:extLst>
                <a:ext uri="{FF2B5EF4-FFF2-40B4-BE49-F238E27FC236}">
                  <a16:creationId xmlns:a16="http://schemas.microsoft.com/office/drawing/2014/main" id="{58EADCAE-5230-A469-F27B-EF29ADFEC94B}"/>
                </a:ext>
              </a:extLst>
            </p:cNvPr>
            <p:cNvSpPr/>
            <p:nvPr/>
          </p:nvSpPr>
          <p:spPr>
            <a:xfrm>
              <a:off x="603848" y="3643382"/>
              <a:ext cx="33020" cy="27940"/>
            </a:xfrm>
            <a:custGeom>
              <a:avLst/>
              <a:gdLst/>
              <a:ahLst/>
              <a:cxnLst/>
              <a:rect l="l" t="t" r="r" b="b"/>
              <a:pathLst>
                <a:path w="33020" h="27939">
                  <a:moveTo>
                    <a:pt x="32670" y="0"/>
                  </a:moveTo>
                  <a:lnTo>
                    <a:pt x="0" y="27708"/>
                  </a:lnTo>
                </a:path>
              </a:pathLst>
            </a:custGeom>
            <a:ln w="13989">
              <a:solidFill>
                <a:srgbClr val="000000"/>
              </a:solidFill>
            </a:ln>
          </p:spPr>
          <p:txBody>
            <a:bodyPr wrap="square" lIns="0" tIns="0" rIns="0" bIns="0" rtlCol="0"/>
            <a:lstStyle/>
            <a:p>
              <a:endParaRPr/>
            </a:p>
          </p:txBody>
        </p:sp>
      </p:grpSp>
      <p:sp>
        <p:nvSpPr>
          <p:cNvPr id="15" name="object 27">
            <a:extLst>
              <a:ext uri="{FF2B5EF4-FFF2-40B4-BE49-F238E27FC236}">
                <a16:creationId xmlns:a16="http://schemas.microsoft.com/office/drawing/2014/main" id="{83A995EB-951D-E2AD-525D-9286F8CF1A06}"/>
              </a:ext>
            </a:extLst>
          </p:cNvPr>
          <p:cNvSpPr txBox="1"/>
          <p:nvPr/>
        </p:nvSpPr>
        <p:spPr>
          <a:xfrm>
            <a:off x="1398198" y="4589409"/>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16" name="object 28">
            <a:extLst>
              <a:ext uri="{FF2B5EF4-FFF2-40B4-BE49-F238E27FC236}">
                <a16:creationId xmlns:a16="http://schemas.microsoft.com/office/drawing/2014/main" id="{3E2744C0-7CAD-F7AB-26B2-E5B0A7A2460D}"/>
              </a:ext>
            </a:extLst>
          </p:cNvPr>
          <p:cNvSpPr/>
          <p:nvPr/>
        </p:nvSpPr>
        <p:spPr>
          <a:xfrm>
            <a:off x="2082616" y="4514785"/>
            <a:ext cx="32384" cy="28575"/>
          </a:xfrm>
          <a:custGeom>
            <a:avLst/>
            <a:gdLst/>
            <a:ahLst/>
            <a:cxnLst/>
            <a:rect l="l" t="t" r="r" b="b"/>
            <a:pathLst>
              <a:path w="32384" h="28575">
                <a:moveTo>
                  <a:pt x="32067" y="0"/>
                </a:moveTo>
                <a:lnTo>
                  <a:pt x="0" y="28342"/>
                </a:lnTo>
              </a:path>
            </a:pathLst>
          </a:custGeom>
          <a:ln w="13989">
            <a:solidFill>
              <a:srgbClr val="000000"/>
            </a:solidFill>
          </a:ln>
        </p:spPr>
        <p:txBody>
          <a:bodyPr wrap="square" lIns="0" tIns="0" rIns="0" bIns="0" rtlCol="0"/>
          <a:lstStyle/>
          <a:p>
            <a:endParaRPr/>
          </a:p>
        </p:txBody>
      </p:sp>
      <p:sp>
        <p:nvSpPr>
          <p:cNvPr id="17" name="object 29">
            <a:extLst>
              <a:ext uri="{FF2B5EF4-FFF2-40B4-BE49-F238E27FC236}">
                <a16:creationId xmlns:a16="http://schemas.microsoft.com/office/drawing/2014/main" id="{2AE5DCD1-6B3F-3C89-F61D-B3F927F9EEA3}"/>
              </a:ext>
            </a:extLst>
          </p:cNvPr>
          <p:cNvSpPr txBox="1"/>
          <p:nvPr/>
        </p:nvSpPr>
        <p:spPr>
          <a:xfrm>
            <a:off x="1848803" y="4740210"/>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18" name="object 30">
            <a:extLst>
              <a:ext uri="{FF2B5EF4-FFF2-40B4-BE49-F238E27FC236}">
                <a16:creationId xmlns:a16="http://schemas.microsoft.com/office/drawing/2014/main" id="{7DFA80C0-6F4E-E01A-615D-2701B9712235}"/>
              </a:ext>
            </a:extLst>
          </p:cNvPr>
          <p:cNvSpPr/>
          <p:nvPr/>
        </p:nvSpPr>
        <p:spPr>
          <a:xfrm>
            <a:off x="2543437" y="4664931"/>
            <a:ext cx="31750" cy="29209"/>
          </a:xfrm>
          <a:custGeom>
            <a:avLst/>
            <a:gdLst/>
            <a:ahLst/>
            <a:cxnLst/>
            <a:rect l="l" t="t" r="r" b="b"/>
            <a:pathLst>
              <a:path w="31750" h="29210">
                <a:moveTo>
                  <a:pt x="31425" y="0"/>
                </a:moveTo>
                <a:lnTo>
                  <a:pt x="0" y="28999"/>
                </a:lnTo>
              </a:path>
            </a:pathLst>
          </a:custGeom>
          <a:ln w="13989">
            <a:solidFill>
              <a:srgbClr val="000000"/>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19" name="object 31">
                <a:extLst>
                  <a:ext uri="{FF2B5EF4-FFF2-40B4-BE49-F238E27FC236}">
                    <a16:creationId xmlns:a16="http://schemas.microsoft.com/office/drawing/2014/main" id="{8B3D4F3B-6C7D-5931-597D-32F054D0AC72}"/>
                  </a:ext>
                </a:extLst>
              </p:cNvPr>
              <p:cNvSpPr txBox="1"/>
              <p:nvPr/>
            </p:nvSpPr>
            <p:spPr>
              <a:xfrm>
                <a:off x="2217853" y="4848927"/>
                <a:ext cx="340360" cy="484748"/>
              </a:xfrm>
              <a:prstGeom prst="rect">
                <a:avLst/>
              </a:prstGeom>
            </p:spPr>
            <p:txBody>
              <a:bodyPr vert="horz" wrap="square" lIns="0" tIns="60960" rIns="0" bIns="0" rtlCol="0">
                <a:spAutoFit/>
              </a:bodyPr>
              <a:lstStyle/>
              <a:p>
                <a:pPr marL="104139">
                  <a:spcBef>
                    <a:spcPts val="480"/>
                  </a:spcBef>
                </a:pPr>
                <a:r>
                  <a:rPr lang="en-GB" sz="1350" spc="-25" dirty="0">
                    <a:latin typeface="Times New Roman"/>
                    <a:cs typeface="Times New Roman"/>
                  </a:rPr>
                  <a:t>1</a:t>
                </a:r>
                <a:r>
                  <a:rPr lang="en-GB" sz="1350" i="1" spc="-25" dirty="0">
                    <a:latin typeface="Arial"/>
                    <a:cs typeface="Arial"/>
                  </a:rPr>
                  <a:t>.</a:t>
                </a:r>
                <a:r>
                  <a:rPr lang="en-GB" sz="1350" spc="-25" dirty="0">
                    <a:latin typeface="Times New Roman"/>
                    <a:cs typeface="Times New Roman"/>
                  </a:rPr>
                  <a:t>0</a:t>
                </a:r>
                <a:endParaRPr lang="en-GB" sz="1350" dirty="0">
                  <a:latin typeface="Times New Roman"/>
                  <a:cs typeface="Times New Roman"/>
                </a:endParaRPr>
              </a:p>
              <a:p>
                <a:pPr marL="12700">
                  <a:spcBef>
                    <a:spcPts val="385"/>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1</m:t>
                          </m:r>
                        </m:sub>
                      </m:sSub>
                    </m:oMath>
                  </m:oMathPara>
                </a14:m>
                <a:endParaRPr sz="1350" dirty="0">
                  <a:latin typeface="Arial"/>
                  <a:cs typeface="Arial"/>
                </a:endParaRPr>
              </a:p>
            </p:txBody>
          </p:sp>
        </mc:Choice>
        <mc:Fallback xmlns="">
          <p:sp>
            <p:nvSpPr>
              <p:cNvPr id="19" name="object 31">
                <a:extLst>
                  <a:ext uri="{FF2B5EF4-FFF2-40B4-BE49-F238E27FC236}">
                    <a16:creationId xmlns:a16="http://schemas.microsoft.com/office/drawing/2014/main" id="{8B3D4F3B-6C7D-5931-597D-32F054D0AC72}"/>
                  </a:ext>
                </a:extLst>
              </p:cNvPr>
              <p:cNvSpPr txBox="1">
                <a:spLocks noRot="1" noChangeAspect="1" noMove="1" noResize="1" noEditPoints="1" noAdjustHandles="1" noChangeArrowheads="1" noChangeShapeType="1" noTextEdit="1"/>
              </p:cNvSpPr>
              <p:nvPr/>
            </p:nvSpPr>
            <p:spPr>
              <a:xfrm>
                <a:off x="2217853" y="4848927"/>
                <a:ext cx="340360" cy="484748"/>
              </a:xfrm>
              <a:prstGeom prst="rect">
                <a:avLst/>
              </a:prstGeom>
              <a:blipFill>
                <a:blip r:embed="rId4"/>
                <a:stretch>
                  <a:fillRect r="-21429" b="-5000"/>
                </a:stretch>
              </a:blipFill>
            </p:spPr>
            <p:txBody>
              <a:bodyPr/>
              <a:lstStyle/>
              <a:p>
                <a:r>
                  <a:rPr lang="en-US">
                    <a:noFill/>
                  </a:rPr>
                  <a:t> </a:t>
                </a:r>
              </a:p>
            </p:txBody>
          </p:sp>
        </mc:Fallback>
      </mc:AlternateContent>
      <p:sp>
        <p:nvSpPr>
          <p:cNvPr id="20" name="object 32">
            <a:extLst>
              <a:ext uri="{FF2B5EF4-FFF2-40B4-BE49-F238E27FC236}">
                <a16:creationId xmlns:a16="http://schemas.microsoft.com/office/drawing/2014/main" id="{224293F2-2AC7-1641-BFF6-A1D563DAF3F0}"/>
              </a:ext>
            </a:extLst>
          </p:cNvPr>
          <p:cNvSpPr/>
          <p:nvPr/>
        </p:nvSpPr>
        <p:spPr>
          <a:xfrm>
            <a:off x="3014999" y="3868112"/>
            <a:ext cx="1780539" cy="1164590"/>
          </a:xfrm>
          <a:custGeom>
            <a:avLst/>
            <a:gdLst/>
            <a:ahLst/>
            <a:cxnLst/>
            <a:rect l="l" t="t" r="r" b="b"/>
            <a:pathLst>
              <a:path w="1780539" h="1164589">
                <a:moveTo>
                  <a:pt x="30747" y="950455"/>
                </a:moveTo>
                <a:lnTo>
                  <a:pt x="0" y="980134"/>
                </a:lnTo>
              </a:path>
              <a:path w="1780539" h="1164589">
                <a:moveTo>
                  <a:pt x="512710" y="1107709"/>
                </a:moveTo>
                <a:lnTo>
                  <a:pt x="482683" y="1138090"/>
                </a:lnTo>
              </a:path>
              <a:path w="1780539" h="1164589">
                <a:moveTo>
                  <a:pt x="1780179" y="0"/>
                </a:moveTo>
                <a:lnTo>
                  <a:pt x="645504" y="1164456"/>
                </a:lnTo>
              </a:path>
            </a:pathLst>
          </a:custGeom>
          <a:ln w="13989">
            <a:solidFill>
              <a:srgbClr val="000000"/>
            </a:solidFill>
          </a:ln>
        </p:spPr>
        <p:txBody>
          <a:bodyPr wrap="square" lIns="0" tIns="0" rIns="0" bIns="0" rtlCol="0"/>
          <a:lstStyle/>
          <a:p>
            <a:endParaRPr/>
          </a:p>
        </p:txBody>
      </p:sp>
      <p:sp>
        <p:nvSpPr>
          <p:cNvPr id="21" name="object 33">
            <a:extLst>
              <a:ext uri="{FF2B5EF4-FFF2-40B4-BE49-F238E27FC236}">
                <a16:creationId xmlns:a16="http://schemas.microsoft.com/office/drawing/2014/main" id="{6F584FD0-7B85-71D4-B613-AE0DACEE3765}"/>
              </a:ext>
            </a:extLst>
          </p:cNvPr>
          <p:cNvSpPr txBox="1"/>
          <p:nvPr/>
        </p:nvSpPr>
        <p:spPr>
          <a:xfrm>
            <a:off x="2781626" y="5052392"/>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dirty="0">
              <a:latin typeface="Times New Roman"/>
              <a:cs typeface="Times New Roman"/>
            </a:endParaRPr>
          </a:p>
        </p:txBody>
      </p:sp>
      <p:sp>
        <p:nvSpPr>
          <p:cNvPr id="22" name="object 34">
            <a:extLst>
              <a:ext uri="{FF2B5EF4-FFF2-40B4-BE49-F238E27FC236}">
                <a16:creationId xmlns:a16="http://schemas.microsoft.com/office/drawing/2014/main" id="{9E03C6A4-8E5A-1657-3211-CE8806D324AA}"/>
              </a:ext>
            </a:extLst>
          </p:cNvPr>
          <p:cNvSpPr txBox="1"/>
          <p:nvPr/>
        </p:nvSpPr>
        <p:spPr>
          <a:xfrm>
            <a:off x="3264590" y="5214022"/>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mc:AlternateContent xmlns:mc="http://schemas.openxmlformats.org/markup-compatibility/2006" xmlns:a14="http://schemas.microsoft.com/office/drawing/2010/main">
        <mc:Choice Requires="a14">
          <p:sp>
            <p:nvSpPr>
              <p:cNvPr id="23" name="object 35">
                <a:extLst>
                  <a:ext uri="{FF2B5EF4-FFF2-40B4-BE49-F238E27FC236}">
                    <a16:creationId xmlns:a16="http://schemas.microsoft.com/office/drawing/2014/main" id="{226575ED-9D9D-E7BD-30FE-590503B8510C}"/>
                  </a:ext>
                </a:extLst>
              </p:cNvPr>
              <p:cNvSpPr txBox="1"/>
              <p:nvPr/>
            </p:nvSpPr>
            <p:spPr>
              <a:xfrm>
                <a:off x="4542289" y="4786108"/>
                <a:ext cx="122555" cy="230832"/>
              </a:xfrm>
              <a:prstGeom prst="rect">
                <a:avLst/>
              </a:prstGeom>
            </p:spPr>
            <p:txBody>
              <a:bodyPr vert="horz" wrap="square" lIns="0" tIns="15240" rIns="0" bIns="0" rtlCol="0">
                <a:spAutoFit/>
              </a:bodyPr>
              <a:lstStyle/>
              <a:p>
                <a:pPr marL="12700">
                  <a:spcBef>
                    <a:spcPts val="120"/>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0</m:t>
                          </m:r>
                        </m:sub>
                      </m:sSub>
                    </m:oMath>
                  </m:oMathPara>
                </a14:m>
                <a:endParaRPr sz="1400" dirty="0">
                  <a:latin typeface="Arial"/>
                  <a:cs typeface="Arial"/>
                </a:endParaRPr>
              </a:p>
            </p:txBody>
          </p:sp>
        </mc:Choice>
        <mc:Fallback xmlns="">
          <p:sp>
            <p:nvSpPr>
              <p:cNvPr id="23" name="object 35">
                <a:extLst>
                  <a:ext uri="{FF2B5EF4-FFF2-40B4-BE49-F238E27FC236}">
                    <a16:creationId xmlns:a16="http://schemas.microsoft.com/office/drawing/2014/main" id="{226575ED-9D9D-E7BD-30FE-590503B8510C}"/>
                  </a:ext>
                </a:extLst>
              </p:cNvPr>
              <p:cNvSpPr txBox="1">
                <a:spLocks noRot="1" noChangeAspect="1" noMove="1" noResize="1" noEditPoints="1" noAdjustHandles="1" noChangeArrowheads="1" noChangeShapeType="1" noTextEdit="1"/>
              </p:cNvSpPr>
              <p:nvPr/>
            </p:nvSpPr>
            <p:spPr>
              <a:xfrm>
                <a:off x="4542289" y="4786108"/>
                <a:ext cx="122555" cy="230832"/>
              </a:xfrm>
              <a:prstGeom prst="rect">
                <a:avLst/>
              </a:prstGeom>
              <a:blipFill>
                <a:blip r:embed="rId5"/>
                <a:stretch>
                  <a:fillRect l="-27273" r="-90909" b="-10000"/>
                </a:stretch>
              </a:blipFill>
            </p:spPr>
            <p:txBody>
              <a:bodyPr/>
              <a:lstStyle/>
              <a:p>
                <a:r>
                  <a:rPr lang="en-US">
                    <a:noFill/>
                  </a:rPr>
                  <a:t> </a:t>
                </a:r>
              </a:p>
            </p:txBody>
          </p:sp>
        </mc:Fallback>
      </mc:AlternateContent>
      <p:grpSp>
        <p:nvGrpSpPr>
          <p:cNvPr id="24" name="object 36">
            <a:extLst>
              <a:ext uri="{FF2B5EF4-FFF2-40B4-BE49-F238E27FC236}">
                <a16:creationId xmlns:a16="http://schemas.microsoft.com/office/drawing/2014/main" id="{4293E3CB-C7E5-81FD-1DB6-9C539D3543EB}"/>
              </a:ext>
            </a:extLst>
          </p:cNvPr>
          <p:cNvGrpSpPr/>
          <p:nvPr/>
        </p:nvGrpSpPr>
        <p:grpSpPr>
          <a:xfrm>
            <a:off x="1530751" y="1813431"/>
            <a:ext cx="3205480" cy="3157855"/>
            <a:chOff x="502423" y="1088799"/>
            <a:chExt cx="3205480" cy="3157855"/>
          </a:xfrm>
        </p:grpSpPr>
        <p:sp>
          <p:nvSpPr>
            <p:cNvPr id="25" name="object 37">
              <a:extLst>
                <a:ext uri="{FF2B5EF4-FFF2-40B4-BE49-F238E27FC236}">
                  <a16:creationId xmlns:a16="http://schemas.microsoft.com/office/drawing/2014/main" id="{B9561063-2D18-26CE-BCBA-46722120A125}"/>
                </a:ext>
              </a:extLst>
            </p:cNvPr>
            <p:cNvSpPr/>
            <p:nvPr/>
          </p:nvSpPr>
          <p:spPr>
            <a:xfrm>
              <a:off x="509725" y="1096102"/>
              <a:ext cx="3190875" cy="3131820"/>
            </a:xfrm>
            <a:custGeom>
              <a:avLst/>
              <a:gdLst/>
              <a:ahLst/>
              <a:cxnLst/>
              <a:rect l="l" t="t" r="r" b="b"/>
              <a:pathLst>
                <a:path w="3190875" h="3131820">
                  <a:moveTo>
                    <a:pt x="0" y="837580"/>
                  </a:moveTo>
                  <a:lnTo>
                    <a:pt x="73083" y="2441725"/>
                  </a:lnTo>
                  <a:lnTo>
                    <a:pt x="2200959" y="3131264"/>
                  </a:lnTo>
                </a:path>
                <a:path w="3190875" h="3131820">
                  <a:moveTo>
                    <a:pt x="303981" y="615748"/>
                  </a:moveTo>
                  <a:lnTo>
                    <a:pt x="362487" y="2199142"/>
                  </a:lnTo>
                  <a:lnTo>
                    <a:pt x="2463208" y="2862134"/>
                  </a:lnTo>
                </a:path>
                <a:path w="3190875" h="3131820">
                  <a:moveTo>
                    <a:pt x="596159" y="402529"/>
                  </a:moveTo>
                  <a:lnTo>
                    <a:pt x="641134" y="1965575"/>
                  </a:lnTo>
                  <a:lnTo>
                    <a:pt x="2715202" y="2603525"/>
                  </a:lnTo>
                </a:path>
                <a:path w="3190875" h="3131820">
                  <a:moveTo>
                    <a:pt x="877210" y="197431"/>
                  </a:moveTo>
                  <a:lnTo>
                    <a:pt x="909610" y="1740533"/>
                  </a:lnTo>
                  <a:lnTo>
                    <a:pt x="2957534" y="2354833"/>
                  </a:lnTo>
                </a:path>
                <a:path w="3190875" h="3131820">
                  <a:moveTo>
                    <a:pt x="1147755" y="0"/>
                  </a:moveTo>
                  <a:lnTo>
                    <a:pt x="1168465" y="1523556"/>
                  </a:lnTo>
                  <a:lnTo>
                    <a:pt x="3190747" y="2115498"/>
                  </a:lnTo>
                </a:path>
              </a:pathLst>
            </a:custGeom>
            <a:ln w="13989">
              <a:solidFill>
                <a:srgbClr val="B0B0B0"/>
              </a:solidFill>
            </a:ln>
          </p:spPr>
          <p:txBody>
            <a:bodyPr wrap="square" lIns="0" tIns="0" rIns="0" bIns="0" rtlCol="0"/>
            <a:lstStyle/>
            <a:p>
              <a:endParaRPr/>
            </a:p>
          </p:txBody>
        </p:sp>
        <p:sp>
          <p:nvSpPr>
            <p:cNvPr id="26" name="object 38">
              <a:extLst>
                <a:ext uri="{FF2B5EF4-FFF2-40B4-BE49-F238E27FC236}">
                  <a16:creationId xmlns:a16="http://schemas.microsoft.com/office/drawing/2014/main" id="{98FD29CF-E8B3-3E41-45D3-F8EDBBFCB187}"/>
                </a:ext>
              </a:extLst>
            </p:cNvPr>
            <p:cNvSpPr/>
            <p:nvPr/>
          </p:nvSpPr>
          <p:spPr>
            <a:xfrm>
              <a:off x="2692753" y="3952654"/>
              <a:ext cx="315595" cy="286385"/>
            </a:xfrm>
            <a:custGeom>
              <a:avLst/>
              <a:gdLst/>
              <a:ahLst/>
              <a:cxnLst/>
              <a:rect l="l" t="t" r="r" b="b"/>
              <a:pathLst>
                <a:path w="315594" h="286385">
                  <a:moveTo>
                    <a:pt x="0" y="268901"/>
                  </a:moveTo>
                  <a:lnTo>
                    <a:pt x="53842" y="286348"/>
                  </a:lnTo>
                </a:path>
                <a:path w="315594" h="286385">
                  <a:moveTo>
                    <a:pt x="262493" y="0"/>
                  </a:moveTo>
                  <a:lnTo>
                    <a:pt x="315594" y="16758"/>
                  </a:lnTo>
                </a:path>
              </a:pathLst>
            </a:custGeom>
            <a:ln w="13989">
              <a:solidFill>
                <a:srgbClr val="000000"/>
              </a:solidFill>
            </a:ln>
          </p:spPr>
          <p:txBody>
            <a:bodyPr wrap="square" lIns="0" tIns="0" rIns="0" bIns="0" rtlCol="0"/>
            <a:lstStyle/>
            <a:p>
              <a:endParaRPr/>
            </a:p>
          </p:txBody>
        </p:sp>
      </p:grpSp>
      <p:sp>
        <p:nvSpPr>
          <p:cNvPr id="27" name="object 39">
            <a:extLst>
              <a:ext uri="{FF2B5EF4-FFF2-40B4-BE49-F238E27FC236}">
                <a16:creationId xmlns:a16="http://schemas.microsoft.com/office/drawing/2014/main" id="{7D1CCE3D-31B0-3BA0-6754-830F5CCA481C}"/>
              </a:ext>
            </a:extLst>
          </p:cNvPr>
          <p:cNvSpPr txBox="1"/>
          <p:nvPr/>
        </p:nvSpPr>
        <p:spPr>
          <a:xfrm>
            <a:off x="3772532" y="4785018"/>
            <a:ext cx="641985" cy="574040"/>
          </a:xfrm>
          <a:prstGeom prst="rect">
            <a:avLst/>
          </a:prstGeom>
        </p:spPr>
        <p:txBody>
          <a:bodyPr vert="horz" wrap="square" lIns="0" tIns="80010" rIns="0" bIns="0" rtlCol="0">
            <a:spAutoFit/>
          </a:bodyPr>
          <a:lstStyle/>
          <a:p>
            <a:pPr marL="270510">
              <a:spcBef>
                <a:spcPts val="630"/>
              </a:spcBef>
            </a:pPr>
            <a:r>
              <a:rPr lang="en-GB" sz="1350" spc="65" dirty="0">
                <a:latin typeface="Times New Roman"/>
                <a:cs typeface="Times New Roman"/>
              </a:rPr>
              <a:t>-</a:t>
            </a:r>
            <a:r>
              <a:rPr sz="1350" spc="65" dirty="0">
                <a:latin typeface="Times New Roman"/>
                <a:cs typeface="Times New Roman"/>
              </a:rPr>
              <a:t>0</a:t>
            </a:r>
            <a:r>
              <a:rPr sz="1350" i="1" spc="65" dirty="0">
                <a:latin typeface="Arial"/>
                <a:cs typeface="Arial"/>
              </a:rPr>
              <a:t>.</a:t>
            </a:r>
            <a:r>
              <a:rPr sz="1350" spc="65" dirty="0">
                <a:latin typeface="Times New Roman"/>
                <a:cs typeface="Times New Roman"/>
              </a:rPr>
              <a:t>5</a:t>
            </a:r>
            <a:endParaRPr sz="1350" dirty="0">
              <a:latin typeface="Times New Roman"/>
              <a:cs typeface="Times New Roman"/>
            </a:endParaRPr>
          </a:p>
          <a:p>
            <a:pPr marL="12700">
              <a:spcBef>
                <a:spcPts val="540"/>
              </a:spcBef>
            </a:pPr>
            <a:r>
              <a:rPr lang="en-GB" sz="1350" spc="65" dirty="0">
                <a:latin typeface="Times New Roman"/>
                <a:cs typeface="Times New Roman"/>
              </a:rPr>
              <a:t>-</a:t>
            </a:r>
            <a:r>
              <a:rPr sz="1350" spc="65" dirty="0">
                <a:latin typeface="Times New Roman"/>
                <a:cs typeface="Times New Roman"/>
              </a:rPr>
              <a:t>1</a:t>
            </a:r>
            <a:r>
              <a:rPr sz="1350" i="1" spc="65" dirty="0">
                <a:latin typeface="Arial"/>
                <a:cs typeface="Arial"/>
              </a:rPr>
              <a:t>.</a:t>
            </a:r>
            <a:r>
              <a:rPr sz="1350" spc="65" dirty="0">
                <a:latin typeface="Times New Roman"/>
                <a:cs typeface="Times New Roman"/>
              </a:rPr>
              <a:t>0</a:t>
            </a:r>
            <a:endParaRPr sz="1350" dirty="0">
              <a:latin typeface="Times New Roman"/>
              <a:cs typeface="Times New Roman"/>
            </a:endParaRPr>
          </a:p>
        </p:txBody>
      </p:sp>
      <p:grpSp>
        <p:nvGrpSpPr>
          <p:cNvPr id="28" name="object 40">
            <a:extLst>
              <a:ext uri="{FF2B5EF4-FFF2-40B4-BE49-F238E27FC236}">
                <a16:creationId xmlns:a16="http://schemas.microsoft.com/office/drawing/2014/main" id="{C6F96E0F-A7A0-E1B9-0054-1F669FC1199C}"/>
              </a:ext>
            </a:extLst>
          </p:cNvPr>
          <p:cNvGrpSpPr/>
          <p:nvPr/>
        </p:nvGrpSpPr>
        <p:grpSpPr>
          <a:xfrm>
            <a:off x="1448116" y="1914457"/>
            <a:ext cx="3454400" cy="2527935"/>
            <a:chOff x="419788" y="1189825"/>
            <a:chExt cx="3454400" cy="2527935"/>
          </a:xfrm>
        </p:grpSpPr>
        <p:sp>
          <p:nvSpPr>
            <p:cNvPr id="29" name="object 41">
              <a:extLst>
                <a:ext uri="{FF2B5EF4-FFF2-40B4-BE49-F238E27FC236}">
                  <a16:creationId xmlns:a16="http://schemas.microsoft.com/office/drawing/2014/main" id="{E437D935-8EF7-B10F-A9CF-281CC25AED05}"/>
                </a:ext>
              </a:extLst>
            </p:cNvPr>
            <p:cNvSpPr/>
            <p:nvPr/>
          </p:nvSpPr>
          <p:spPr>
            <a:xfrm>
              <a:off x="3207483" y="1573268"/>
              <a:ext cx="631825" cy="2137410"/>
            </a:xfrm>
            <a:custGeom>
              <a:avLst/>
              <a:gdLst/>
              <a:ahLst/>
              <a:cxnLst/>
              <a:rect l="l" t="t" r="r" b="b"/>
              <a:pathLst>
                <a:path w="631825" h="2137410">
                  <a:moveTo>
                    <a:pt x="0" y="2120994"/>
                  </a:moveTo>
                  <a:lnTo>
                    <a:pt x="52375" y="2137103"/>
                  </a:lnTo>
                </a:path>
                <a:path w="631825" h="2137410">
                  <a:moveTo>
                    <a:pt x="242569" y="1872505"/>
                  </a:moveTo>
                  <a:lnTo>
                    <a:pt x="294232" y="1888003"/>
                  </a:lnTo>
                </a:path>
                <a:path w="631825" h="2137410">
                  <a:moveTo>
                    <a:pt x="476013" y="1633362"/>
                  </a:moveTo>
                  <a:lnTo>
                    <a:pt x="526984" y="1648282"/>
                  </a:lnTo>
                </a:path>
                <a:path w="631825" h="2137410">
                  <a:moveTo>
                    <a:pt x="559367" y="1570213"/>
                  </a:moveTo>
                  <a:lnTo>
                    <a:pt x="631271" y="0"/>
                  </a:lnTo>
                </a:path>
              </a:pathLst>
            </a:custGeom>
            <a:ln w="13989">
              <a:solidFill>
                <a:srgbClr val="000000"/>
              </a:solidFill>
            </a:ln>
          </p:spPr>
          <p:txBody>
            <a:bodyPr wrap="square" lIns="0" tIns="0" rIns="0" bIns="0" rtlCol="0"/>
            <a:lstStyle/>
            <a:p>
              <a:endParaRPr/>
            </a:p>
          </p:txBody>
        </p:sp>
        <p:sp>
          <p:nvSpPr>
            <p:cNvPr id="30" name="object 42">
              <a:extLst>
                <a:ext uri="{FF2B5EF4-FFF2-40B4-BE49-F238E27FC236}">
                  <a16:creationId xmlns:a16="http://schemas.microsoft.com/office/drawing/2014/main" id="{5DF5BB77-5E91-B454-0A27-98327FAC012F}"/>
                </a:ext>
              </a:extLst>
            </p:cNvPr>
            <p:cNvSpPr/>
            <p:nvPr/>
          </p:nvSpPr>
          <p:spPr>
            <a:xfrm>
              <a:off x="426783" y="1196820"/>
              <a:ext cx="3404870" cy="2087245"/>
            </a:xfrm>
            <a:custGeom>
              <a:avLst/>
              <a:gdLst/>
              <a:ahLst/>
              <a:cxnLst/>
              <a:rect l="l" t="t" r="r" b="b"/>
              <a:pathLst>
                <a:path w="3404870" h="2087245">
                  <a:moveTo>
                    <a:pt x="3354669" y="1627780"/>
                  </a:moveTo>
                  <a:lnTo>
                    <a:pt x="1321618" y="1052227"/>
                  </a:lnTo>
                  <a:lnTo>
                    <a:pt x="53774" y="2086957"/>
                  </a:lnTo>
                </a:path>
                <a:path w="3404870" h="2087245">
                  <a:moveTo>
                    <a:pt x="3370953" y="1272177"/>
                  </a:moveTo>
                  <a:lnTo>
                    <a:pt x="1317661" y="708198"/>
                  </a:lnTo>
                  <a:lnTo>
                    <a:pt x="36222" y="1722507"/>
                  </a:lnTo>
                </a:path>
                <a:path w="3404870" h="2087245">
                  <a:moveTo>
                    <a:pt x="3387569" y="909351"/>
                  </a:moveTo>
                  <a:lnTo>
                    <a:pt x="1313628" y="357519"/>
                  </a:lnTo>
                  <a:lnTo>
                    <a:pt x="18301" y="1350368"/>
                  </a:lnTo>
                </a:path>
                <a:path w="3404870" h="2087245">
                  <a:moveTo>
                    <a:pt x="3404524" y="539080"/>
                  </a:moveTo>
                  <a:lnTo>
                    <a:pt x="1309517" y="0"/>
                  </a:lnTo>
                  <a:lnTo>
                    <a:pt x="0" y="970294"/>
                  </a:lnTo>
                </a:path>
              </a:pathLst>
            </a:custGeom>
            <a:ln w="13989">
              <a:solidFill>
                <a:srgbClr val="B0B0B0"/>
              </a:solidFill>
            </a:ln>
          </p:spPr>
          <p:txBody>
            <a:bodyPr wrap="square" lIns="0" tIns="0" rIns="0" bIns="0" rtlCol="0"/>
            <a:lstStyle/>
            <a:p>
              <a:endParaRPr/>
            </a:p>
          </p:txBody>
        </p:sp>
        <p:sp>
          <p:nvSpPr>
            <p:cNvPr id="31" name="object 43">
              <a:extLst>
                <a:ext uri="{FF2B5EF4-FFF2-40B4-BE49-F238E27FC236}">
                  <a16:creationId xmlns:a16="http://schemas.microsoft.com/office/drawing/2014/main" id="{22B8C30F-DE1B-9245-5185-7811234E3839}"/>
                </a:ext>
              </a:extLst>
            </p:cNvPr>
            <p:cNvSpPr/>
            <p:nvPr/>
          </p:nvSpPr>
          <p:spPr>
            <a:xfrm>
              <a:off x="3764383" y="1731367"/>
              <a:ext cx="102235" cy="1102995"/>
            </a:xfrm>
            <a:custGeom>
              <a:avLst/>
              <a:gdLst/>
              <a:ahLst/>
              <a:cxnLst/>
              <a:rect l="l" t="t" r="r" b="b"/>
              <a:pathLst>
                <a:path w="102235" h="1102995">
                  <a:moveTo>
                    <a:pt x="0" y="1088399"/>
                  </a:moveTo>
                  <a:lnTo>
                    <a:pt x="51250" y="1102908"/>
                  </a:lnTo>
                </a:path>
                <a:path w="102235" h="1102995">
                  <a:moveTo>
                    <a:pt x="16105" y="732892"/>
                  </a:moveTo>
                  <a:lnTo>
                    <a:pt x="67891" y="747116"/>
                  </a:lnTo>
                </a:path>
                <a:path w="102235" h="1102995">
                  <a:moveTo>
                    <a:pt x="32538" y="370164"/>
                  </a:moveTo>
                  <a:lnTo>
                    <a:pt x="84871" y="384089"/>
                  </a:lnTo>
                </a:path>
                <a:path w="102235" h="1102995">
                  <a:moveTo>
                    <a:pt x="49308" y="0"/>
                  </a:moveTo>
                  <a:lnTo>
                    <a:pt x="102199" y="13608"/>
                  </a:lnTo>
                </a:path>
              </a:pathLst>
            </a:custGeom>
            <a:ln w="13989">
              <a:solidFill>
                <a:srgbClr val="000000"/>
              </a:solidFill>
            </a:ln>
          </p:spPr>
          <p:txBody>
            <a:bodyPr wrap="square" lIns="0" tIns="0" rIns="0" bIns="0" rtlCol="0"/>
            <a:lstStyle/>
            <a:p>
              <a:endParaRPr/>
            </a:p>
          </p:txBody>
        </p:sp>
        <p:pic>
          <p:nvPicPr>
            <p:cNvPr id="32" name="object 44">
              <a:extLst>
                <a:ext uri="{FF2B5EF4-FFF2-40B4-BE49-F238E27FC236}">
                  <a16:creationId xmlns:a16="http://schemas.microsoft.com/office/drawing/2014/main" id="{22633B61-7167-76A8-116E-1F54262B1040}"/>
                </a:ext>
              </a:extLst>
            </p:cNvPr>
            <p:cNvPicPr/>
            <p:nvPr/>
          </p:nvPicPr>
          <p:blipFill>
            <a:blip r:embed="rId6" cstate="print"/>
            <a:stretch>
              <a:fillRect/>
            </a:stretch>
          </p:blipFill>
          <p:spPr>
            <a:xfrm>
              <a:off x="651362" y="1286718"/>
              <a:ext cx="2976175" cy="2153961"/>
            </a:xfrm>
            <a:prstGeom prst="rect">
              <a:avLst/>
            </a:prstGeom>
          </p:spPr>
        </p:pic>
      </p:grpSp>
      <p:sp>
        <p:nvSpPr>
          <p:cNvPr id="33" name="object 45">
            <a:extLst>
              <a:ext uri="{FF2B5EF4-FFF2-40B4-BE49-F238E27FC236}">
                <a16:creationId xmlns:a16="http://schemas.microsoft.com/office/drawing/2014/main" id="{43F1E4EB-A4CF-4A55-BE43-688D09D7C0AB}"/>
              </a:ext>
            </a:extLst>
          </p:cNvPr>
          <p:cNvSpPr txBox="1"/>
          <p:nvPr/>
        </p:nvSpPr>
        <p:spPr>
          <a:xfrm>
            <a:off x="4346074" y="4586678"/>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34" name="object 46">
            <a:extLst>
              <a:ext uri="{FF2B5EF4-FFF2-40B4-BE49-F238E27FC236}">
                <a16:creationId xmlns:a16="http://schemas.microsoft.com/office/drawing/2014/main" id="{14F36383-7F2C-56F8-0786-93FCEAD9937D}"/>
              </a:ext>
            </a:extLst>
          </p:cNvPr>
          <p:cNvSpPr txBox="1"/>
          <p:nvPr/>
        </p:nvSpPr>
        <p:spPr>
          <a:xfrm>
            <a:off x="4584413" y="4333493"/>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35" name="object 47">
            <a:extLst>
              <a:ext uri="{FF2B5EF4-FFF2-40B4-BE49-F238E27FC236}">
                <a16:creationId xmlns:a16="http://schemas.microsoft.com/office/drawing/2014/main" id="{61122D4E-9724-B427-280D-0708D2204AD7}"/>
              </a:ext>
            </a:extLst>
          </p:cNvPr>
          <p:cNvSpPr txBox="1"/>
          <p:nvPr/>
        </p:nvSpPr>
        <p:spPr>
          <a:xfrm>
            <a:off x="4813777" y="4089841"/>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36" name="object 48">
            <a:extLst>
              <a:ext uri="{FF2B5EF4-FFF2-40B4-BE49-F238E27FC236}">
                <a16:creationId xmlns:a16="http://schemas.microsoft.com/office/drawing/2014/main" id="{4E2A24A3-28E4-48D8-ACEF-B3331D26E2A2}"/>
              </a:ext>
            </a:extLst>
          </p:cNvPr>
          <p:cNvSpPr txBox="1"/>
          <p:nvPr/>
        </p:nvSpPr>
        <p:spPr>
          <a:xfrm rot="16200000">
            <a:off x="5319120" y="2920531"/>
            <a:ext cx="425471" cy="171450"/>
          </a:xfrm>
          <a:prstGeom prst="rect">
            <a:avLst/>
          </a:prstGeom>
        </p:spPr>
        <p:txBody>
          <a:bodyPr vert="horz" wrap="square" lIns="0" tIns="0" rIns="0" bIns="0" rtlCol="0">
            <a:spAutoFit/>
          </a:bodyPr>
          <a:lstStyle/>
          <a:p>
            <a:pPr>
              <a:lnSpc>
                <a:spcPts val="1335"/>
              </a:lnSpc>
            </a:pPr>
            <a:r>
              <a:rPr sz="1350" spc="-10" dirty="0">
                <a:latin typeface="Arial"/>
                <a:cs typeface="Arial"/>
              </a:rPr>
              <a:t>Error</a:t>
            </a:r>
            <a:endParaRPr sz="1350" dirty="0">
              <a:latin typeface="Arial"/>
              <a:cs typeface="Arial"/>
            </a:endParaRPr>
          </a:p>
        </p:txBody>
      </p:sp>
      <p:sp>
        <p:nvSpPr>
          <p:cNvPr id="37" name="object 49">
            <a:extLst>
              <a:ext uri="{FF2B5EF4-FFF2-40B4-BE49-F238E27FC236}">
                <a16:creationId xmlns:a16="http://schemas.microsoft.com/office/drawing/2014/main" id="{36B546A0-BAE6-83BD-050F-412AEC8B3A37}"/>
              </a:ext>
            </a:extLst>
          </p:cNvPr>
          <p:cNvSpPr txBox="1"/>
          <p:nvPr/>
        </p:nvSpPr>
        <p:spPr>
          <a:xfrm>
            <a:off x="5007512" y="3441687"/>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38" name="object 50">
            <a:extLst>
              <a:ext uri="{FF2B5EF4-FFF2-40B4-BE49-F238E27FC236}">
                <a16:creationId xmlns:a16="http://schemas.microsoft.com/office/drawing/2014/main" id="{77652C06-F759-0435-282C-FD63260031AE}"/>
              </a:ext>
            </a:extLst>
          </p:cNvPr>
          <p:cNvSpPr txBox="1"/>
          <p:nvPr/>
        </p:nvSpPr>
        <p:spPr>
          <a:xfrm>
            <a:off x="5026958" y="3086965"/>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39" name="object 51">
            <a:extLst>
              <a:ext uri="{FF2B5EF4-FFF2-40B4-BE49-F238E27FC236}">
                <a16:creationId xmlns:a16="http://schemas.microsoft.com/office/drawing/2014/main" id="{33E2E925-0AB4-26B3-F177-A4E422634F2F}"/>
              </a:ext>
            </a:extLst>
          </p:cNvPr>
          <p:cNvSpPr txBox="1"/>
          <p:nvPr/>
        </p:nvSpPr>
        <p:spPr>
          <a:xfrm>
            <a:off x="5046797" y="2725064"/>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40" name="object 52">
            <a:extLst>
              <a:ext uri="{FF2B5EF4-FFF2-40B4-BE49-F238E27FC236}">
                <a16:creationId xmlns:a16="http://schemas.microsoft.com/office/drawing/2014/main" id="{BE6DD690-3BA3-69E3-30F3-957DA3D8160B}"/>
              </a:ext>
            </a:extLst>
          </p:cNvPr>
          <p:cNvSpPr txBox="1"/>
          <p:nvPr/>
        </p:nvSpPr>
        <p:spPr>
          <a:xfrm>
            <a:off x="5067042" y="2355767"/>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41" name="TextBox 40">
            <a:extLst>
              <a:ext uri="{FF2B5EF4-FFF2-40B4-BE49-F238E27FC236}">
                <a16:creationId xmlns:a16="http://schemas.microsoft.com/office/drawing/2014/main" id="{91A42759-CCAD-138D-CE61-C3102A2BC328}"/>
              </a:ext>
            </a:extLst>
          </p:cNvPr>
          <p:cNvSpPr txBox="1"/>
          <p:nvPr/>
        </p:nvSpPr>
        <p:spPr>
          <a:xfrm>
            <a:off x="1632177" y="5683170"/>
            <a:ext cx="5959773" cy="461665"/>
          </a:xfrm>
          <a:prstGeom prst="rect">
            <a:avLst/>
          </a:prstGeom>
          <a:noFill/>
        </p:spPr>
        <p:txBody>
          <a:bodyPr wrap="none" rtlCol="0">
            <a:spAutoFit/>
          </a:bodyPr>
          <a:lstStyle/>
          <a:p>
            <a:r>
              <a:rPr lang="en-US" sz="2400" dirty="0"/>
              <a:t>The MSE plotted in a parameter/weight space</a:t>
            </a:r>
            <a:r>
              <a:rPr lang="en-US" dirty="0"/>
              <a:t>.</a:t>
            </a:r>
          </a:p>
        </p:txBody>
      </p:sp>
    </p:spTree>
    <p:extLst>
      <p:ext uri="{BB962C8B-B14F-4D97-AF65-F5344CB8AC3E}">
        <p14:creationId xmlns:p14="http://schemas.microsoft.com/office/powerpoint/2010/main" val="3680711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A5877-866B-7180-59C1-47097E6D6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2C1A2-D3C0-B01A-119A-60C8263DBAB8}"/>
              </a:ext>
            </a:extLst>
          </p:cNvPr>
          <p:cNvSpPr>
            <a:spLocks noGrp="1"/>
          </p:cNvSpPr>
          <p:nvPr>
            <p:ph type="title"/>
          </p:nvPr>
        </p:nvSpPr>
        <p:spPr/>
        <p:txBody>
          <a:bodyPr/>
          <a:lstStyle/>
          <a:p>
            <a:r>
              <a:rPr lang="en-GB" dirty="0"/>
              <a:t>Mean Squared Error – An Example</a:t>
            </a:r>
          </a:p>
        </p:txBody>
      </p:sp>
      <p:grpSp>
        <p:nvGrpSpPr>
          <p:cNvPr id="43" name="object 16">
            <a:extLst>
              <a:ext uri="{FF2B5EF4-FFF2-40B4-BE49-F238E27FC236}">
                <a16:creationId xmlns:a16="http://schemas.microsoft.com/office/drawing/2014/main" id="{C2502103-B7D4-5E59-6970-B230162BE984}"/>
              </a:ext>
            </a:extLst>
          </p:cNvPr>
          <p:cNvGrpSpPr/>
          <p:nvPr/>
        </p:nvGrpSpPr>
        <p:grpSpPr>
          <a:xfrm>
            <a:off x="1482196" y="1690688"/>
            <a:ext cx="3698875" cy="3582035"/>
            <a:chOff x="313151" y="966056"/>
            <a:chExt cx="3698875" cy="3582035"/>
          </a:xfrm>
        </p:grpSpPr>
        <p:sp>
          <p:nvSpPr>
            <p:cNvPr id="44" name="object 17">
              <a:extLst>
                <a:ext uri="{FF2B5EF4-FFF2-40B4-BE49-F238E27FC236}">
                  <a16:creationId xmlns:a16="http://schemas.microsoft.com/office/drawing/2014/main" id="{0B377A89-BEC0-6C2E-7351-B8EF242EB49B}"/>
                </a:ext>
              </a:extLst>
            </p:cNvPr>
            <p:cNvSpPr/>
            <p:nvPr/>
          </p:nvSpPr>
          <p:spPr>
            <a:xfrm>
              <a:off x="313151" y="966056"/>
              <a:ext cx="3698875" cy="3582035"/>
            </a:xfrm>
            <a:custGeom>
              <a:avLst/>
              <a:gdLst/>
              <a:ahLst/>
              <a:cxnLst/>
              <a:rect l="l" t="t" r="r" b="b"/>
              <a:pathLst>
                <a:path w="3698875" h="3582035">
                  <a:moveTo>
                    <a:pt x="0" y="3581842"/>
                  </a:moveTo>
                  <a:lnTo>
                    <a:pt x="3698401" y="3581842"/>
                  </a:lnTo>
                  <a:lnTo>
                    <a:pt x="3698401" y="0"/>
                  </a:lnTo>
                  <a:lnTo>
                    <a:pt x="0" y="0"/>
                  </a:lnTo>
                  <a:lnTo>
                    <a:pt x="0" y="3581842"/>
                  </a:lnTo>
                  <a:close/>
                </a:path>
              </a:pathLst>
            </a:custGeom>
            <a:solidFill>
              <a:srgbClr val="FFFFFF"/>
            </a:solidFill>
          </p:spPr>
          <p:txBody>
            <a:bodyPr wrap="square" lIns="0" tIns="0" rIns="0" bIns="0" rtlCol="0"/>
            <a:lstStyle/>
            <a:p>
              <a:endParaRPr/>
            </a:p>
          </p:txBody>
        </p:sp>
        <p:sp>
          <p:nvSpPr>
            <p:cNvPr id="45" name="object 18">
              <a:extLst>
                <a:ext uri="{FF2B5EF4-FFF2-40B4-BE49-F238E27FC236}">
                  <a16:creationId xmlns:a16="http://schemas.microsoft.com/office/drawing/2014/main" id="{09B519F2-0DA0-8238-10E3-6B3322D5CC47}"/>
                </a:ext>
              </a:extLst>
            </p:cNvPr>
            <p:cNvSpPr/>
            <p:nvPr/>
          </p:nvSpPr>
          <p:spPr>
            <a:xfrm>
              <a:off x="418739" y="1039900"/>
              <a:ext cx="1333500" cy="2570480"/>
            </a:xfrm>
            <a:custGeom>
              <a:avLst/>
              <a:gdLst/>
              <a:ahLst/>
              <a:cxnLst/>
              <a:rect l="l" t="t" r="r" b="b"/>
              <a:pathLst>
                <a:path w="1333500" h="2570479">
                  <a:moveTo>
                    <a:pt x="1315756" y="0"/>
                  </a:moveTo>
                  <a:lnTo>
                    <a:pt x="0" y="960179"/>
                  </a:lnTo>
                  <a:lnTo>
                    <a:pt x="77544" y="2570455"/>
                  </a:lnTo>
                  <a:lnTo>
                    <a:pt x="1333212" y="1517929"/>
                  </a:lnTo>
                  <a:lnTo>
                    <a:pt x="1315756" y="0"/>
                  </a:lnTo>
                  <a:close/>
                </a:path>
              </a:pathLst>
            </a:custGeom>
            <a:solidFill>
              <a:srgbClr val="F2F2F2">
                <a:alpha val="50000"/>
              </a:srgbClr>
            </a:solidFill>
          </p:spPr>
          <p:txBody>
            <a:bodyPr wrap="square" lIns="0" tIns="0" rIns="0" bIns="0" rtlCol="0"/>
            <a:lstStyle/>
            <a:p>
              <a:endParaRPr/>
            </a:p>
          </p:txBody>
        </p:sp>
        <p:sp>
          <p:nvSpPr>
            <p:cNvPr id="46" name="object 19">
              <a:extLst>
                <a:ext uri="{FF2B5EF4-FFF2-40B4-BE49-F238E27FC236}">
                  <a16:creationId xmlns:a16="http://schemas.microsoft.com/office/drawing/2014/main" id="{270AD6E5-B69D-BF06-C573-751F6976953C}"/>
                </a:ext>
              </a:extLst>
            </p:cNvPr>
            <p:cNvSpPr/>
            <p:nvPr/>
          </p:nvSpPr>
          <p:spPr>
            <a:xfrm>
              <a:off x="418739" y="1039900"/>
              <a:ext cx="1333500" cy="2570480"/>
            </a:xfrm>
            <a:custGeom>
              <a:avLst/>
              <a:gdLst/>
              <a:ahLst/>
              <a:cxnLst/>
              <a:rect l="l" t="t" r="r" b="b"/>
              <a:pathLst>
                <a:path w="1333500" h="2570479">
                  <a:moveTo>
                    <a:pt x="77544" y="2570455"/>
                  </a:moveTo>
                  <a:lnTo>
                    <a:pt x="1333212" y="1517929"/>
                  </a:lnTo>
                  <a:lnTo>
                    <a:pt x="1315756" y="0"/>
                  </a:lnTo>
                  <a:lnTo>
                    <a:pt x="0" y="960179"/>
                  </a:lnTo>
                </a:path>
              </a:pathLst>
            </a:custGeom>
            <a:ln w="17486">
              <a:solidFill>
                <a:srgbClr val="F2F2F2"/>
              </a:solidFill>
            </a:ln>
          </p:spPr>
          <p:txBody>
            <a:bodyPr wrap="square" lIns="0" tIns="0" rIns="0" bIns="0" rtlCol="0"/>
            <a:lstStyle/>
            <a:p>
              <a:endParaRPr/>
            </a:p>
          </p:txBody>
        </p:sp>
        <p:sp>
          <p:nvSpPr>
            <p:cNvPr id="47" name="object 20">
              <a:extLst>
                <a:ext uri="{FF2B5EF4-FFF2-40B4-BE49-F238E27FC236}">
                  <a16:creationId xmlns:a16="http://schemas.microsoft.com/office/drawing/2014/main" id="{60EBC751-A9D4-BD7F-3C09-0D0DA4DE3F32}"/>
                </a:ext>
              </a:extLst>
            </p:cNvPr>
            <p:cNvSpPr/>
            <p:nvPr/>
          </p:nvSpPr>
          <p:spPr>
            <a:xfrm>
              <a:off x="1734496" y="1039900"/>
              <a:ext cx="2104390" cy="2103755"/>
            </a:xfrm>
            <a:custGeom>
              <a:avLst/>
              <a:gdLst/>
              <a:ahLst/>
              <a:cxnLst/>
              <a:rect l="l" t="t" r="r" b="b"/>
              <a:pathLst>
                <a:path w="2104390" h="2103755">
                  <a:moveTo>
                    <a:pt x="0" y="0"/>
                  </a:moveTo>
                  <a:lnTo>
                    <a:pt x="17455" y="1517929"/>
                  </a:lnTo>
                  <a:lnTo>
                    <a:pt x="2032354" y="2103581"/>
                  </a:lnTo>
                  <a:lnTo>
                    <a:pt x="2104259" y="533367"/>
                  </a:lnTo>
                  <a:lnTo>
                    <a:pt x="0" y="0"/>
                  </a:lnTo>
                  <a:close/>
                </a:path>
              </a:pathLst>
            </a:custGeom>
            <a:solidFill>
              <a:srgbClr val="E5E5E5">
                <a:alpha val="50000"/>
              </a:srgbClr>
            </a:solidFill>
          </p:spPr>
          <p:txBody>
            <a:bodyPr wrap="square" lIns="0" tIns="0" rIns="0" bIns="0" rtlCol="0"/>
            <a:lstStyle/>
            <a:p>
              <a:endParaRPr/>
            </a:p>
          </p:txBody>
        </p:sp>
        <p:sp>
          <p:nvSpPr>
            <p:cNvPr id="48" name="object 21">
              <a:extLst>
                <a:ext uri="{FF2B5EF4-FFF2-40B4-BE49-F238E27FC236}">
                  <a16:creationId xmlns:a16="http://schemas.microsoft.com/office/drawing/2014/main" id="{7E8B68D1-8B6C-8F5C-52AA-C2E12FD18853}"/>
                </a:ext>
              </a:extLst>
            </p:cNvPr>
            <p:cNvSpPr/>
            <p:nvPr/>
          </p:nvSpPr>
          <p:spPr>
            <a:xfrm>
              <a:off x="1734496" y="1039900"/>
              <a:ext cx="2104390" cy="2103755"/>
            </a:xfrm>
            <a:custGeom>
              <a:avLst/>
              <a:gdLst/>
              <a:ahLst/>
              <a:cxnLst/>
              <a:rect l="l" t="t" r="r" b="b"/>
              <a:pathLst>
                <a:path w="2104390" h="2103755">
                  <a:moveTo>
                    <a:pt x="17455" y="1517929"/>
                  </a:moveTo>
                  <a:lnTo>
                    <a:pt x="2032354" y="2103581"/>
                  </a:lnTo>
                  <a:lnTo>
                    <a:pt x="2104259" y="533367"/>
                  </a:lnTo>
                  <a:lnTo>
                    <a:pt x="0" y="0"/>
                  </a:lnTo>
                </a:path>
              </a:pathLst>
            </a:custGeom>
            <a:ln w="17486">
              <a:solidFill>
                <a:srgbClr val="E5E5E5"/>
              </a:solidFill>
            </a:ln>
          </p:spPr>
          <p:txBody>
            <a:bodyPr wrap="square" lIns="0" tIns="0" rIns="0" bIns="0" rtlCol="0"/>
            <a:lstStyle/>
            <a:p>
              <a:endParaRPr/>
            </a:p>
          </p:txBody>
        </p:sp>
        <p:sp>
          <p:nvSpPr>
            <p:cNvPr id="49" name="object 22">
              <a:extLst>
                <a:ext uri="{FF2B5EF4-FFF2-40B4-BE49-F238E27FC236}">
                  <a16:creationId xmlns:a16="http://schemas.microsoft.com/office/drawing/2014/main" id="{D20362EE-18EC-4687-13DD-3D402CC6A657}"/>
                </a:ext>
              </a:extLst>
            </p:cNvPr>
            <p:cNvSpPr/>
            <p:nvPr/>
          </p:nvSpPr>
          <p:spPr>
            <a:xfrm>
              <a:off x="496283" y="2557829"/>
              <a:ext cx="3270885" cy="1750695"/>
            </a:xfrm>
            <a:custGeom>
              <a:avLst/>
              <a:gdLst/>
              <a:ahLst/>
              <a:cxnLst/>
              <a:rect l="l" t="t" r="r" b="b"/>
              <a:pathLst>
                <a:path w="3270885" h="1750695">
                  <a:moveTo>
                    <a:pt x="1255667" y="0"/>
                  </a:moveTo>
                  <a:lnTo>
                    <a:pt x="0" y="1052526"/>
                  </a:lnTo>
                  <a:lnTo>
                    <a:pt x="2135891" y="1750108"/>
                  </a:lnTo>
                  <a:lnTo>
                    <a:pt x="3270567" y="585651"/>
                  </a:lnTo>
                  <a:lnTo>
                    <a:pt x="1255667" y="0"/>
                  </a:lnTo>
                  <a:close/>
                </a:path>
              </a:pathLst>
            </a:custGeom>
            <a:solidFill>
              <a:srgbClr val="EBEBEB">
                <a:alpha val="50000"/>
              </a:srgbClr>
            </a:solidFill>
          </p:spPr>
          <p:txBody>
            <a:bodyPr wrap="square" lIns="0" tIns="0" rIns="0" bIns="0" rtlCol="0"/>
            <a:lstStyle/>
            <a:p>
              <a:endParaRPr/>
            </a:p>
          </p:txBody>
        </p:sp>
        <p:sp>
          <p:nvSpPr>
            <p:cNvPr id="50" name="object 23">
              <a:extLst>
                <a:ext uri="{FF2B5EF4-FFF2-40B4-BE49-F238E27FC236}">
                  <a16:creationId xmlns:a16="http://schemas.microsoft.com/office/drawing/2014/main" id="{F5F9AE8A-A584-7040-8CAA-2AD9D99AB686}"/>
                </a:ext>
              </a:extLst>
            </p:cNvPr>
            <p:cNvSpPr/>
            <p:nvPr/>
          </p:nvSpPr>
          <p:spPr>
            <a:xfrm>
              <a:off x="496283" y="2557829"/>
              <a:ext cx="3270885" cy="1750695"/>
            </a:xfrm>
            <a:custGeom>
              <a:avLst/>
              <a:gdLst/>
              <a:ahLst/>
              <a:cxnLst/>
              <a:rect l="l" t="t" r="r" b="b"/>
              <a:pathLst>
                <a:path w="3270885" h="1750695">
                  <a:moveTo>
                    <a:pt x="0" y="1052526"/>
                  </a:moveTo>
                  <a:lnTo>
                    <a:pt x="2135891" y="1750108"/>
                  </a:lnTo>
                  <a:lnTo>
                    <a:pt x="3270567" y="585651"/>
                  </a:lnTo>
                  <a:lnTo>
                    <a:pt x="1255667" y="0"/>
                  </a:lnTo>
                </a:path>
              </a:pathLst>
            </a:custGeom>
            <a:ln w="17486">
              <a:solidFill>
                <a:srgbClr val="EBEBEB"/>
              </a:solidFill>
            </a:ln>
          </p:spPr>
          <p:txBody>
            <a:bodyPr wrap="square" lIns="0" tIns="0" rIns="0" bIns="0" rtlCol="0"/>
            <a:lstStyle/>
            <a:p>
              <a:endParaRPr/>
            </a:p>
          </p:txBody>
        </p:sp>
        <p:sp>
          <p:nvSpPr>
            <p:cNvPr id="51" name="object 24">
              <a:extLst>
                <a:ext uri="{FF2B5EF4-FFF2-40B4-BE49-F238E27FC236}">
                  <a16:creationId xmlns:a16="http://schemas.microsoft.com/office/drawing/2014/main" id="{F9E96E96-3A9C-F54D-8C83-288B0C67CB94}"/>
                </a:ext>
              </a:extLst>
            </p:cNvPr>
            <p:cNvSpPr/>
            <p:nvPr/>
          </p:nvSpPr>
          <p:spPr>
            <a:xfrm>
              <a:off x="496283" y="3610355"/>
              <a:ext cx="2136140" cy="697865"/>
            </a:xfrm>
            <a:custGeom>
              <a:avLst/>
              <a:gdLst/>
              <a:ahLst/>
              <a:cxnLst/>
              <a:rect l="l" t="t" r="r" b="b"/>
              <a:pathLst>
                <a:path w="2136140" h="697864">
                  <a:moveTo>
                    <a:pt x="0" y="0"/>
                  </a:moveTo>
                  <a:lnTo>
                    <a:pt x="2135891" y="697582"/>
                  </a:lnTo>
                </a:path>
              </a:pathLst>
            </a:custGeom>
            <a:ln w="13989">
              <a:solidFill>
                <a:srgbClr val="000000"/>
              </a:solidFill>
            </a:ln>
          </p:spPr>
          <p:txBody>
            <a:bodyPr wrap="square" lIns="0" tIns="0" rIns="0" bIns="0" rtlCol="0"/>
            <a:lstStyle/>
            <a:p>
              <a:endParaRPr/>
            </a:p>
          </p:txBody>
        </p:sp>
        <p:sp>
          <p:nvSpPr>
            <p:cNvPr id="52" name="object 25">
              <a:extLst>
                <a:ext uri="{FF2B5EF4-FFF2-40B4-BE49-F238E27FC236}">
                  <a16:creationId xmlns:a16="http://schemas.microsoft.com/office/drawing/2014/main" id="{C29343F1-D08C-4649-9791-3397561FDEB2}"/>
                </a:ext>
              </a:extLst>
            </p:cNvPr>
            <p:cNvSpPr/>
            <p:nvPr/>
          </p:nvSpPr>
          <p:spPr>
            <a:xfrm>
              <a:off x="625645" y="1072274"/>
              <a:ext cx="3072765" cy="3189605"/>
            </a:xfrm>
            <a:custGeom>
              <a:avLst/>
              <a:gdLst/>
              <a:ahLst/>
              <a:cxnLst/>
              <a:rect l="l" t="t" r="r" b="b"/>
              <a:pathLst>
                <a:path w="3072765" h="3189604">
                  <a:moveTo>
                    <a:pt x="0" y="2580330"/>
                  </a:moveTo>
                  <a:lnTo>
                    <a:pt x="1248846" y="1521173"/>
                  </a:lnTo>
                  <a:lnTo>
                    <a:pt x="1236572" y="0"/>
                  </a:lnTo>
                </a:path>
                <a:path w="3072765" h="3189604">
                  <a:moveTo>
                    <a:pt x="450036" y="2727313"/>
                  </a:moveTo>
                  <a:lnTo>
                    <a:pt x="1674644" y="1644935"/>
                  </a:lnTo>
                  <a:lnTo>
                    <a:pt x="1680628" y="112555"/>
                  </a:lnTo>
                </a:path>
                <a:path w="3072765" h="3189604">
                  <a:moveTo>
                    <a:pt x="910429" y="2877677"/>
                  </a:moveTo>
                  <a:lnTo>
                    <a:pt x="2109418" y="1771308"/>
                  </a:lnTo>
                  <a:lnTo>
                    <a:pt x="2134454" y="227586"/>
                  </a:lnTo>
                </a:path>
                <a:path w="3072765" h="3189604">
                  <a:moveTo>
                    <a:pt x="1381537" y="3031541"/>
                  </a:moveTo>
                  <a:lnTo>
                    <a:pt x="2553456" y="1900371"/>
                  </a:lnTo>
                  <a:lnTo>
                    <a:pt x="2598377" y="345177"/>
                  </a:lnTo>
                </a:path>
                <a:path w="3072765" h="3189604">
                  <a:moveTo>
                    <a:pt x="1863739" y="3189028"/>
                  </a:moveTo>
                  <a:lnTo>
                    <a:pt x="3007059" y="2032216"/>
                  </a:lnTo>
                  <a:lnTo>
                    <a:pt x="3072738" y="465414"/>
                  </a:lnTo>
                </a:path>
              </a:pathLst>
            </a:custGeom>
            <a:ln w="13989">
              <a:solidFill>
                <a:srgbClr val="B0B0B0"/>
              </a:solidFill>
            </a:ln>
          </p:spPr>
          <p:txBody>
            <a:bodyPr wrap="square" lIns="0" tIns="0" rIns="0" bIns="0" rtlCol="0"/>
            <a:lstStyle/>
            <a:p>
              <a:endParaRPr/>
            </a:p>
          </p:txBody>
        </p:sp>
        <p:sp>
          <p:nvSpPr>
            <p:cNvPr id="53" name="object 26">
              <a:extLst>
                <a:ext uri="{FF2B5EF4-FFF2-40B4-BE49-F238E27FC236}">
                  <a16:creationId xmlns:a16="http://schemas.microsoft.com/office/drawing/2014/main" id="{B118641D-D839-2E0E-8F38-057A5C0671CA}"/>
                </a:ext>
              </a:extLst>
            </p:cNvPr>
            <p:cNvSpPr/>
            <p:nvPr/>
          </p:nvSpPr>
          <p:spPr>
            <a:xfrm>
              <a:off x="603848" y="3643382"/>
              <a:ext cx="33020" cy="27940"/>
            </a:xfrm>
            <a:custGeom>
              <a:avLst/>
              <a:gdLst/>
              <a:ahLst/>
              <a:cxnLst/>
              <a:rect l="l" t="t" r="r" b="b"/>
              <a:pathLst>
                <a:path w="33020" h="27939">
                  <a:moveTo>
                    <a:pt x="32670" y="0"/>
                  </a:moveTo>
                  <a:lnTo>
                    <a:pt x="0" y="27708"/>
                  </a:lnTo>
                </a:path>
              </a:pathLst>
            </a:custGeom>
            <a:ln w="13989">
              <a:solidFill>
                <a:srgbClr val="000000"/>
              </a:solidFill>
            </a:ln>
          </p:spPr>
          <p:txBody>
            <a:bodyPr wrap="square" lIns="0" tIns="0" rIns="0" bIns="0" rtlCol="0"/>
            <a:lstStyle/>
            <a:p>
              <a:endParaRPr/>
            </a:p>
          </p:txBody>
        </p:sp>
      </p:grpSp>
      <p:sp>
        <p:nvSpPr>
          <p:cNvPr id="54" name="object 27">
            <a:extLst>
              <a:ext uri="{FF2B5EF4-FFF2-40B4-BE49-F238E27FC236}">
                <a16:creationId xmlns:a16="http://schemas.microsoft.com/office/drawing/2014/main" id="{D014D36E-E098-49A3-DC92-D27C3B6D4C54}"/>
              </a:ext>
            </a:extLst>
          </p:cNvPr>
          <p:cNvSpPr txBox="1"/>
          <p:nvPr/>
        </p:nvSpPr>
        <p:spPr>
          <a:xfrm>
            <a:off x="1538914" y="4589409"/>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55" name="object 28">
            <a:extLst>
              <a:ext uri="{FF2B5EF4-FFF2-40B4-BE49-F238E27FC236}">
                <a16:creationId xmlns:a16="http://schemas.microsoft.com/office/drawing/2014/main" id="{AF22120C-359E-134C-F372-5152774D895F}"/>
              </a:ext>
            </a:extLst>
          </p:cNvPr>
          <p:cNvSpPr/>
          <p:nvPr/>
        </p:nvSpPr>
        <p:spPr>
          <a:xfrm>
            <a:off x="2223332" y="4514785"/>
            <a:ext cx="32384" cy="28575"/>
          </a:xfrm>
          <a:custGeom>
            <a:avLst/>
            <a:gdLst/>
            <a:ahLst/>
            <a:cxnLst/>
            <a:rect l="l" t="t" r="r" b="b"/>
            <a:pathLst>
              <a:path w="32384" h="28575">
                <a:moveTo>
                  <a:pt x="32067" y="0"/>
                </a:moveTo>
                <a:lnTo>
                  <a:pt x="0" y="28342"/>
                </a:lnTo>
              </a:path>
            </a:pathLst>
          </a:custGeom>
          <a:ln w="13989">
            <a:solidFill>
              <a:srgbClr val="000000"/>
            </a:solidFill>
          </a:ln>
        </p:spPr>
        <p:txBody>
          <a:bodyPr wrap="square" lIns="0" tIns="0" rIns="0" bIns="0" rtlCol="0"/>
          <a:lstStyle/>
          <a:p>
            <a:endParaRPr/>
          </a:p>
        </p:txBody>
      </p:sp>
      <p:sp>
        <p:nvSpPr>
          <p:cNvPr id="56" name="object 29">
            <a:extLst>
              <a:ext uri="{FF2B5EF4-FFF2-40B4-BE49-F238E27FC236}">
                <a16:creationId xmlns:a16="http://schemas.microsoft.com/office/drawing/2014/main" id="{3F35E89D-2F54-5B82-750D-2A879997F909}"/>
              </a:ext>
            </a:extLst>
          </p:cNvPr>
          <p:cNvSpPr txBox="1"/>
          <p:nvPr/>
        </p:nvSpPr>
        <p:spPr>
          <a:xfrm>
            <a:off x="1989519" y="4740210"/>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57" name="object 30">
            <a:extLst>
              <a:ext uri="{FF2B5EF4-FFF2-40B4-BE49-F238E27FC236}">
                <a16:creationId xmlns:a16="http://schemas.microsoft.com/office/drawing/2014/main" id="{CF821907-A492-3B8A-F34B-C91DAABA6052}"/>
              </a:ext>
            </a:extLst>
          </p:cNvPr>
          <p:cNvSpPr/>
          <p:nvPr/>
        </p:nvSpPr>
        <p:spPr>
          <a:xfrm>
            <a:off x="2684153" y="4664931"/>
            <a:ext cx="31750" cy="29209"/>
          </a:xfrm>
          <a:custGeom>
            <a:avLst/>
            <a:gdLst/>
            <a:ahLst/>
            <a:cxnLst/>
            <a:rect l="l" t="t" r="r" b="b"/>
            <a:pathLst>
              <a:path w="31750" h="29210">
                <a:moveTo>
                  <a:pt x="31425" y="0"/>
                </a:moveTo>
                <a:lnTo>
                  <a:pt x="0" y="28999"/>
                </a:lnTo>
              </a:path>
            </a:pathLst>
          </a:custGeom>
          <a:ln w="13989">
            <a:solidFill>
              <a:srgbClr val="000000"/>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58" name="object 31">
                <a:extLst>
                  <a:ext uri="{FF2B5EF4-FFF2-40B4-BE49-F238E27FC236}">
                    <a16:creationId xmlns:a16="http://schemas.microsoft.com/office/drawing/2014/main" id="{520CD7DF-2BCD-FE3E-2B95-2363B20739CE}"/>
                  </a:ext>
                </a:extLst>
              </p:cNvPr>
              <p:cNvSpPr txBox="1"/>
              <p:nvPr/>
            </p:nvSpPr>
            <p:spPr>
              <a:xfrm>
                <a:off x="2358569" y="4848927"/>
                <a:ext cx="340360" cy="484748"/>
              </a:xfrm>
              <a:prstGeom prst="rect">
                <a:avLst/>
              </a:prstGeom>
            </p:spPr>
            <p:txBody>
              <a:bodyPr vert="horz" wrap="square" lIns="0" tIns="60960" rIns="0" bIns="0" rtlCol="0">
                <a:spAutoFit/>
              </a:bodyPr>
              <a:lstStyle/>
              <a:p>
                <a:pPr marL="104139">
                  <a:spcBef>
                    <a:spcPts val="480"/>
                  </a:spcBef>
                </a:pPr>
                <a:r>
                  <a:rPr lang="en-GB" sz="1350" spc="-25" dirty="0">
                    <a:latin typeface="Times New Roman"/>
                    <a:cs typeface="Times New Roman"/>
                  </a:rPr>
                  <a:t>1</a:t>
                </a:r>
                <a:r>
                  <a:rPr lang="en-GB" sz="1350" i="1" spc="-25" dirty="0">
                    <a:latin typeface="Arial"/>
                    <a:cs typeface="Arial"/>
                  </a:rPr>
                  <a:t>.</a:t>
                </a:r>
                <a:r>
                  <a:rPr lang="en-GB" sz="1350" spc="-25" dirty="0">
                    <a:latin typeface="Times New Roman"/>
                    <a:cs typeface="Times New Roman"/>
                  </a:rPr>
                  <a:t>0</a:t>
                </a:r>
                <a:endParaRPr lang="en-GB" sz="1350" dirty="0">
                  <a:latin typeface="Times New Roman"/>
                  <a:cs typeface="Times New Roman"/>
                </a:endParaRPr>
              </a:p>
              <a:p>
                <a:pPr marL="12700">
                  <a:spcBef>
                    <a:spcPts val="385"/>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1</m:t>
                          </m:r>
                        </m:sub>
                      </m:sSub>
                    </m:oMath>
                  </m:oMathPara>
                </a14:m>
                <a:endParaRPr sz="1350" dirty="0">
                  <a:latin typeface="Arial"/>
                  <a:cs typeface="Arial"/>
                </a:endParaRPr>
              </a:p>
            </p:txBody>
          </p:sp>
        </mc:Choice>
        <mc:Fallback xmlns="">
          <p:sp>
            <p:nvSpPr>
              <p:cNvPr id="58" name="object 31">
                <a:extLst>
                  <a:ext uri="{FF2B5EF4-FFF2-40B4-BE49-F238E27FC236}">
                    <a16:creationId xmlns:a16="http://schemas.microsoft.com/office/drawing/2014/main" id="{520CD7DF-2BCD-FE3E-2B95-2363B20739CE}"/>
                  </a:ext>
                </a:extLst>
              </p:cNvPr>
              <p:cNvSpPr txBox="1">
                <a:spLocks noRot="1" noChangeAspect="1" noMove="1" noResize="1" noEditPoints="1" noAdjustHandles="1" noChangeArrowheads="1" noChangeShapeType="1" noTextEdit="1"/>
              </p:cNvSpPr>
              <p:nvPr/>
            </p:nvSpPr>
            <p:spPr>
              <a:xfrm>
                <a:off x="2358569" y="4848927"/>
                <a:ext cx="340360" cy="484748"/>
              </a:xfrm>
              <a:prstGeom prst="rect">
                <a:avLst/>
              </a:prstGeom>
              <a:blipFill>
                <a:blip r:embed="rId3"/>
                <a:stretch>
                  <a:fillRect r="-21429" b="-5000"/>
                </a:stretch>
              </a:blipFill>
            </p:spPr>
            <p:txBody>
              <a:bodyPr/>
              <a:lstStyle/>
              <a:p>
                <a:r>
                  <a:rPr lang="en-US">
                    <a:noFill/>
                  </a:rPr>
                  <a:t> </a:t>
                </a:r>
              </a:p>
            </p:txBody>
          </p:sp>
        </mc:Fallback>
      </mc:AlternateContent>
      <p:sp>
        <p:nvSpPr>
          <p:cNvPr id="59" name="object 32">
            <a:extLst>
              <a:ext uri="{FF2B5EF4-FFF2-40B4-BE49-F238E27FC236}">
                <a16:creationId xmlns:a16="http://schemas.microsoft.com/office/drawing/2014/main" id="{EE366B17-DFEE-353B-FE59-841FEDED9E1C}"/>
              </a:ext>
            </a:extLst>
          </p:cNvPr>
          <p:cNvSpPr/>
          <p:nvPr/>
        </p:nvSpPr>
        <p:spPr>
          <a:xfrm>
            <a:off x="3155715" y="3868112"/>
            <a:ext cx="1780539" cy="1164590"/>
          </a:xfrm>
          <a:custGeom>
            <a:avLst/>
            <a:gdLst/>
            <a:ahLst/>
            <a:cxnLst/>
            <a:rect l="l" t="t" r="r" b="b"/>
            <a:pathLst>
              <a:path w="1780539" h="1164589">
                <a:moveTo>
                  <a:pt x="30747" y="950455"/>
                </a:moveTo>
                <a:lnTo>
                  <a:pt x="0" y="980134"/>
                </a:lnTo>
              </a:path>
              <a:path w="1780539" h="1164589">
                <a:moveTo>
                  <a:pt x="512710" y="1107709"/>
                </a:moveTo>
                <a:lnTo>
                  <a:pt x="482683" y="1138090"/>
                </a:lnTo>
              </a:path>
              <a:path w="1780539" h="1164589">
                <a:moveTo>
                  <a:pt x="1780179" y="0"/>
                </a:moveTo>
                <a:lnTo>
                  <a:pt x="645504" y="1164456"/>
                </a:lnTo>
              </a:path>
            </a:pathLst>
          </a:custGeom>
          <a:ln w="13989">
            <a:solidFill>
              <a:srgbClr val="000000"/>
            </a:solidFill>
          </a:ln>
        </p:spPr>
        <p:txBody>
          <a:bodyPr wrap="square" lIns="0" tIns="0" rIns="0" bIns="0" rtlCol="0"/>
          <a:lstStyle/>
          <a:p>
            <a:endParaRPr/>
          </a:p>
        </p:txBody>
      </p:sp>
      <p:sp>
        <p:nvSpPr>
          <p:cNvPr id="60" name="object 33">
            <a:extLst>
              <a:ext uri="{FF2B5EF4-FFF2-40B4-BE49-F238E27FC236}">
                <a16:creationId xmlns:a16="http://schemas.microsoft.com/office/drawing/2014/main" id="{8F5F1339-F437-850E-4998-8E96A62C1157}"/>
              </a:ext>
            </a:extLst>
          </p:cNvPr>
          <p:cNvSpPr txBox="1"/>
          <p:nvPr/>
        </p:nvSpPr>
        <p:spPr>
          <a:xfrm>
            <a:off x="2922342" y="5052392"/>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61" name="object 34">
            <a:extLst>
              <a:ext uri="{FF2B5EF4-FFF2-40B4-BE49-F238E27FC236}">
                <a16:creationId xmlns:a16="http://schemas.microsoft.com/office/drawing/2014/main" id="{D3B85FE4-485A-661D-0761-73385F16B0D0}"/>
              </a:ext>
            </a:extLst>
          </p:cNvPr>
          <p:cNvSpPr txBox="1"/>
          <p:nvPr/>
        </p:nvSpPr>
        <p:spPr>
          <a:xfrm>
            <a:off x="3405306" y="5214022"/>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mc:AlternateContent xmlns:mc="http://schemas.openxmlformats.org/markup-compatibility/2006" xmlns:a14="http://schemas.microsoft.com/office/drawing/2010/main">
        <mc:Choice Requires="a14">
          <p:sp>
            <p:nvSpPr>
              <p:cNvPr id="62" name="object 35">
                <a:extLst>
                  <a:ext uri="{FF2B5EF4-FFF2-40B4-BE49-F238E27FC236}">
                    <a16:creationId xmlns:a16="http://schemas.microsoft.com/office/drawing/2014/main" id="{5314F254-E793-8536-EFC7-B1E2C81ADE7D}"/>
                  </a:ext>
                </a:extLst>
              </p:cNvPr>
              <p:cNvSpPr txBox="1"/>
              <p:nvPr/>
            </p:nvSpPr>
            <p:spPr>
              <a:xfrm>
                <a:off x="4683005" y="4786108"/>
                <a:ext cx="122555" cy="230832"/>
              </a:xfrm>
              <a:prstGeom prst="rect">
                <a:avLst/>
              </a:prstGeom>
            </p:spPr>
            <p:txBody>
              <a:bodyPr vert="horz" wrap="square" lIns="0" tIns="15240" rIns="0" bIns="0" rtlCol="0">
                <a:spAutoFit/>
              </a:bodyPr>
              <a:lstStyle/>
              <a:p>
                <a:pPr marL="12700">
                  <a:spcBef>
                    <a:spcPts val="120"/>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0</m:t>
                          </m:r>
                        </m:sub>
                      </m:sSub>
                    </m:oMath>
                  </m:oMathPara>
                </a14:m>
                <a:endParaRPr sz="1400" dirty="0">
                  <a:latin typeface="Arial"/>
                  <a:cs typeface="Arial"/>
                </a:endParaRPr>
              </a:p>
            </p:txBody>
          </p:sp>
        </mc:Choice>
        <mc:Fallback xmlns="">
          <p:sp>
            <p:nvSpPr>
              <p:cNvPr id="62" name="object 35">
                <a:extLst>
                  <a:ext uri="{FF2B5EF4-FFF2-40B4-BE49-F238E27FC236}">
                    <a16:creationId xmlns:a16="http://schemas.microsoft.com/office/drawing/2014/main" id="{5314F254-E793-8536-EFC7-B1E2C81ADE7D}"/>
                  </a:ext>
                </a:extLst>
              </p:cNvPr>
              <p:cNvSpPr txBox="1">
                <a:spLocks noRot="1" noChangeAspect="1" noMove="1" noResize="1" noEditPoints="1" noAdjustHandles="1" noChangeArrowheads="1" noChangeShapeType="1" noTextEdit="1"/>
              </p:cNvSpPr>
              <p:nvPr/>
            </p:nvSpPr>
            <p:spPr>
              <a:xfrm>
                <a:off x="4683005" y="4786108"/>
                <a:ext cx="122555" cy="230832"/>
              </a:xfrm>
              <a:prstGeom prst="rect">
                <a:avLst/>
              </a:prstGeom>
              <a:blipFill>
                <a:blip r:embed="rId4"/>
                <a:stretch>
                  <a:fillRect l="-18182" r="-90909" b="-10000"/>
                </a:stretch>
              </a:blipFill>
            </p:spPr>
            <p:txBody>
              <a:bodyPr/>
              <a:lstStyle/>
              <a:p>
                <a:r>
                  <a:rPr lang="en-US">
                    <a:noFill/>
                  </a:rPr>
                  <a:t> </a:t>
                </a:r>
              </a:p>
            </p:txBody>
          </p:sp>
        </mc:Fallback>
      </mc:AlternateContent>
      <p:grpSp>
        <p:nvGrpSpPr>
          <p:cNvPr id="63" name="object 36">
            <a:extLst>
              <a:ext uri="{FF2B5EF4-FFF2-40B4-BE49-F238E27FC236}">
                <a16:creationId xmlns:a16="http://schemas.microsoft.com/office/drawing/2014/main" id="{29F0CA30-B132-A3AB-A37E-8337C17175AA}"/>
              </a:ext>
            </a:extLst>
          </p:cNvPr>
          <p:cNvGrpSpPr/>
          <p:nvPr/>
        </p:nvGrpSpPr>
        <p:grpSpPr>
          <a:xfrm>
            <a:off x="1671467" y="1813431"/>
            <a:ext cx="3205480" cy="3157855"/>
            <a:chOff x="502423" y="1088799"/>
            <a:chExt cx="3205480" cy="3157855"/>
          </a:xfrm>
        </p:grpSpPr>
        <p:sp>
          <p:nvSpPr>
            <p:cNvPr id="64" name="object 37">
              <a:extLst>
                <a:ext uri="{FF2B5EF4-FFF2-40B4-BE49-F238E27FC236}">
                  <a16:creationId xmlns:a16="http://schemas.microsoft.com/office/drawing/2014/main" id="{F7956D2D-CA52-DF36-3AC7-BE70D88FF518}"/>
                </a:ext>
              </a:extLst>
            </p:cNvPr>
            <p:cNvSpPr/>
            <p:nvPr/>
          </p:nvSpPr>
          <p:spPr>
            <a:xfrm>
              <a:off x="509725" y="1096102"/>
              <a:ext cx="3190875" cy="3131820"/>
            </a:xfrm>
            <a:custGeom>
              <a:avLst/>
              <a:gdLst/>
              <a:ahLst/>
              <a:cxnLst/>
              <a:rect l="l" t="t" r="r" b="b"/>
              <a:pathLst>
                <a:path w="3190875" h="3131820">
                  <a:moveTo>
                    <a:pt x="0" y="837580"/>
                  </a:moveTo>
                  <a:lnTo>
                    <a:pt x="73083" y="2441725"/>
                  </a:lnTo>
                  <a:lnTo>
                    <a:pt x="2200959" y="3131264"/>
                  </a:lnTo>
                </a:path>
                <a:path w="3190875" h="3131820">
                  <a:moveTo>
                    <a:pt x="303981" y="615748"/>
                  </a:moveTo>
                  <a:lnTo>
                    <a:pt x="362487" y="2199142"/>
                  </a:lnTo>
                  <a:lnTo>
                    <a:pt x="2463208" y="2862134"/>
                  </a:lnTo>
                </a:path>
                <a:path w="3190875" h="3131820">
                  <a:moveTo>
                    <a:pt x="596159" y="402529"/>
                  </a:moveTo>
                  <a:lnTo>
                    <a:pt x="641134" y="1965575"/>
                  </a:lnTo>
                  <a:lnTo>
                    <a:pt x="2715202" y="2603525"/>
                  </a:lnTo>
                </a:path>
                <a:path w="3190875" h="3131820">
                  <a:moveTo>
                    <a:pt x="877210" y="197431"/>
                  </a:moveTo>
                  <a:lnTo>
                    <a:pt x="909610" y="1740533"/>
                  </a:lnTo>
                  <a:lnTo>
                    <a:pt x="2957534" y="2354833"/>
                  </a:lnTo>
                </a:path>
                <a:path w="3190875" h="3131820">
                  <a:moveTo>
                    <a:pt x="1147755" y="0"/>
                  </a:moveTo>
                  <a:lnTo>
                    <a:pt x="1168465" y="1523556"/>
                  </a:lnTo>
                  <a:lnTo>
                    <a:pt x="3190747" y="2115498"/>
                  </a:lnTo>
                </a:path>
              </a:pathLst>
            </a:custGeom>
            <a:ln w="13989">
              <a:solidFill>
                <a:srgbClr val="B0B0B0"/>
              </a:solidFill>
            </a:ln>
          </p:spPr>
          <p:txBody>
            <a:bodyPr wrap="square" lIns="0" tIns="0" rIns="0" bIns="0" rtlCol="0"/>
            <a:lstStyle/>
            <a:p>
              <a:endParaRPr/>
            </a:p>
          </p:txBody>
        </p:sp>
        <p:sp>
          <p:nvSpPr>
            <p:cNvPr id="65" name="object 38">
              <a:extLst>
                <a:ext uri="{FF2B5EF4-FFF2-40B4-BE49-F238E27FC236}">
                  <a16:creationId xmlns:a16="http://schemas.microsoft.com/office/drawing/2014/main" id="{6685A678-5C4B-2DCF-2DDB-F6B920D2D9ED}"/>
                </a:ext>
              </a:extLst>
            </p:cNvPr>
            <p:cNvSpPr/>
            <p:nvPr/>
          </p:nvSpPr>
          <p:spPr>
            <a:xfrm>
              <a:off x="2692753" y="3952654"/>
              <a:ext cx="315595" cy="286385"/>
            </a:xfrm>
            <a:custGeom>
              <a:avLst/>
              <a:gdLst/>
              <a:ahLst/>
              <a:cxnLst/>
              <a:rect l="l" t="t" r="r" b="b"/>
              <a:pathLst>
                <a:path w="315594" h="286385">
                  <a:moveTo>
                    <a:pt x="0" y="268901"/>
                  </a:moveTo>
                  <a:lnTo>
                    <a:pt x="53842" y="286348"/>
                  </a:lnTo>
                </a:path>
                <a:path w="315594" h="286385">
                  <a:moveTo>
                    <a:pt x="262493" y="0"/>
                  </a:moveTo>
                  <a:lnTo>
                    <a:pt x="315594" y="16758"/>
                  </a:lnTo>
                </a:path>
              </a:pathLst>
            </a:custGeom>
            <a:ln w="13989">
              <a:solidFill>
                <a:srgbClr val="000000"/>
              </a:solidFill>
            </a:ln>
          </p:spPr>
          <p:txBody>
            <a:bodyPr wrap="square" lIns="0" tIns="0" rIns="0" bIns="0" rtlCol="0"/>
            <a:lstStyle/>
            <a:p>
              <a:endParaRPr/>
            </a:p>
          </p:txBody>
        </p:sp>
      </p:grpSp>
      <p:sp>
        <p:nvSpPr>
          <p:cNvPr id="66" name="object 39">
            <a:extLst>
              <a:ext uri="{FF2B5EF4-FFF2-40B4-BE49-F238E27FC236}">
                <a16:creationId xmlns:a16="http://schemas.microsoft.com/office/drawing/2014/main" id="{2024CB50-17FA-A158-FA4B-9C783059CEFD}"/>
              </a:ext>
            </a:extLst>
          </p:cNvPr>
          <p:cNvSpPr txBox="1"/>
          <p:nvPr/>
        </p:nvSpPr>
        <p:spPr>
          <a:xfrm>
            <a:off x="3913248" y="4785018"/>
            <a:ext cx="641985" cy="574040"/>
          </a:xfrm>
          <a:prstGeom prst="rect">
            <a:avLst/>
          </a:prstGeom>
        </p:spPr>
        <p:txBody>
          <a:bodyPr vert="horz" wrap="square" lIns="0" tIns="80010" rIns="0" bIns="0" rtlCol="0">
            <a:spAutoFit/>
          </a:bodyPr>
          <a:lstStyle/>
          <a:p>
            <a:pPr marL="270510">
              <a:spcBef>
                <a:spcPts val="630"/>
              </a:spcBef>
            </a:pPr>
            <a:r>
              <a:rPr lang="en-GB" sz="1350" spc="65" dirty="0">
                <a:latin typeface="Times New Roman"/>
                <a:cs typeface="Times New Roman"/>
              </a:rPr>
              <a:t>-</a:t>
            </a:r>
            <a:r>
              <a:rPr sz="1350" spc="65" dirty="0">
                <a:latin typeface="Times New Roman"/>
                <a:cs typeface="Times New Roman"/>
              </a:rPr>
              <a:t>0</a:t>
            </a:r>
            <a:r>
              <a:rPr sz="1350" i="1" spc="65" dirty="0">
                <a:latin typeface="Arial"/>
                <a:cs typeface="Arial"/>
              </a:rPr>
              <a:t>.</a:t>
            </a:r>
            <a:r>
              <a:rPr sz="1350" spc="65" dirty="0">
                <a:latin typeface="Times New Roman"/>
                <a:cs typeface="Times New Roman"/>
              </a:rPr>
              <a:t>5</a:t>
            </a:r>
            <a:endParaRPr sz="1350" dirty="0">
              <a:latin typeface="Times New Roman"/>
              <a:cs typeface="Times New Roman"/>
            </a:endParaRPr>
          </a:p>
          <a:p>
            <a:pPr marL="12700">
              <a:spcBef>
                <a:spcPts val="540"/>
              </a:spcBef>
            </a:pPr>
            <a:r>
              <a:rPr lang="en-GB" sz="1350" spc="65" dirty="0">
                <a:latin typeface="Times New Roman"/>
                <a:cs typeface="Times New Roman"/>
              </a:rPr>
              <a:t>-</a:t>
            </a:r>
            <a:r>
              <a:rPr sz="1350" spc="65" dirty="0">
                <a:latin typeface="Times New Roman"/>
                <a:cs typeface="Times New Roman"/>
              </a:rPr>
              <a:t>1</a:t>
            </a:r>
            <a:r>
              <a:rPr sz="1350" i="1" spc="65" dirty="0">
                <a:latin typeface="Arial"/>
                <a:cs typeface="Arial"/>
              </a:rPr>
              <a:t>.</a:t>
            </a:r>
            <a:r>
              <a:rPr sz="1350" spc="65" dirty="0">
                <a:latin typeface="Times New Roman"/>
                <a:cs typeface="Times New Roman"/>
              </a:rPr>
              <a:t>0</a:t>
            </a:r>
            <a:endParaRPr sz="1350" dirty="0">
              <a:latin typeface="Times New Roman"/>
              <a:cs typeface="Times New Roman"/>
            </a:endParaRPr>
          </a:p>
        </p:txBody>
      </p:sp>
      <p:grpSp>
        <p:nvGrpSpPr>
          <p:cNvPr id="67" name="object 40">
            <a:extLst>
              <a:ext uri="{FF2B5EF4-FFF2-40B4-BE49-F238E27FC236}">
                <a16:creationId xmlns:a16="http://schemas.microsoft.com/office/drawing/2014/main" id="{1E450B54-08CD-F126-E978-5C35C4476DFF}"/>
              </a:ext>
            </a:extLst>
          </p:cNvPr>
          <p:cNvGrpSpPr/>
          <p:nvPr/>
        </p:nvGrpSpPr>
        <p:grpSpPr>
          <a:xfrm>
            <a:off x="1588832" y="1914457"/>
            <a:ext cx="3454400" cy="2527935"/>
            <a:chOff x="419788" y="1189825"/>
            <a:chExt cx="3454400" cy="2527935"/>
          </a:xfrm>
        </p:grpSpPr>
        <p:sp>
          <p:nvSpPr>
            <p:cNvPr id="68" name="object 41">
              <a:extLst>
                <a:ext uri="{FF2B5EF4-FFF2-40B4-BE49-F238E27FC236}">
                  <a16:creationId xmlns:a16="http://schemas.microsoft.com/office/drawing/2014/main" id="{349D90D9-A235-2DB1-DDB9-5131E99EA546}"/>
                </a:ext>
              </a:extLst>
            </p:cNvPr>
            <p:cNvSpPr/>
            <p:nvPr/>
          </p:nvSpPr>
          <p:spPr>
            <a:xfrm>
              <a:off x="3207483" y="1573268"/>
              <a:ext cx="631825" cy="2137410"/>
            </a:xfrm>
            <a:custGeom>
              <a:avLst/>
              <a:gdLst/>
              <a:ahLst/>
              <a:cxnLst/>
              <a:rect l="l" t="t" r="r" b="b"/>
              <a:pathLst>
                <a:path w="631825" h="2137410">
                  <a:moveTo>
                    <a:pt x="0" y="2120994"/>
                  </a:moveTo>
                  <a:lnTo>
                    <a:pt x="52375" y="2137103"/>
                  </a:lnTo>
                </a:path>
                <a:path w="631825" h="2137410">
                  <a:moveTo>
                    <a:pt x="242569" y="1872505"/>
                  </a:moveTo>
                  <a:lnTo>
                    <a:pt x="294232" y="1888003"/>
                  </a:lnTo>
                </a:path>
                <a:path w="631825" h="2137410">
                  <a:moveTo>
                    <a:pt x="476013" y="1633362"/>
                  </a:moveTo>
                  <a:lnTo>
                    <a:pt x="526984" y="1648282"/>
                  </a:lnTo>
                </a:path>
                <a:path w="631825" h="2137410">
                  <a:moveTo>
                    <a:pt x="559367" y="1570213"/>
                  </a:moveTo>
                  <a:lnTo>
                    <a:pt x="631271" y="0"/>
                  </a:lnTo>
                </a:path>
              </a:pathLst>
            </a:custGeom>
            <a:ln w="13989">
              <a:solidFill>
                <a:srgbClr val="000000"/>
              </a:solidFill>
            </a:ln>
          </p:spPr>
          <p:txBody>
            <a:bodyPr wrap="square" lIns="0" tIns="0" rIns="0" bIns="0" rtlCol="0"/>
            <a:lstStyle/>
            <a:p>
              <a:endParaRPr/>
            </a:p>
          </p:txBody>
        </p:sp>
        <p:sp>
          <p:nvSpPr>
            <p:cNvPr id="69" name="object 42">
              <a:extLst>
                <a:ext uri="{FF2B5EF4-FFF2-40B4-BE49-F238E27FC236}">
                  <a16:creationId xmlns:a16="http://schemas.microsoft.com/office/drawing/2014/main" id="{6E5B5536-E1E9-2949-7DF9-42CA6FE3DADC}"/>
                </a:ext>
              </a:extLst>
            </p:cNvPr>
            <p:cNvSpPr/>
            <p:nvPr/>
          </p:nvSpPr>
          <p:spPr>
            <a:xfrm>
              <a:off x="426783" y="1196820"/>
              <a:ext cx="3404870" cy="2087245"/>
            </a:xfrm>
            <a:custGeom>
              <a:avLst/>
              <a:gdLst/>
              <a:ahLst/>
              <a:cxnLst/>
              <a:rect l="l" t="t" r="r" b="b"/>
              <a:pathLst>
                <a:path w="3404870" h="2087245">
                  <a:moveTo>
                    <a:pt x="3354669" y="1627780"/>
                  </a:moveTo>
                  <a:lnTo>
                    <a:pt x="1321618" y="1052227"/>
                  </a:lnTo>
                  <a:lnTo>
                    <a:pt x="53774" y="2086957"/>
                  </a:lnTo>
                </a:path>
                <a:path w="3404870" h="2087245">
                  <a:moveTo>
                    <a:pt x="3370953" y="1272177"/>
                  </a:moveTo>
                  <a:lnTo>
                    <a:pt x="1317661" y="708198"/>
                  </a:lnTo>
                  <a:lnTo>
                    <a:pt x="36222" y="1722507"/>
                  </a:lnTo>
                </a:path>
                <a:path w="3404870" h="2087245">
                  <a:moveTo>
                    <a:pt x="3387569" y="909351"/>
                  </a:moveTo>
                  <a:lnTo>
                    <a:pt x="1313628" y="357519"/>
                  </a:lnTo>
                  <a:lnTo>
                    <a:pt x="18301" y="1350368"/>
                  </a:lnTo>
                </a:path>
                <a:path w="3404870" h="2087245">
                  <a:moveTo>
                    <a:pt x="3404524" y="539080"/>
                  </a:moveTo>
                  <a:lnTo>
                    <a:pt x="1309517" y="0"/>
                  </a:lnTo>
                  <a:lnTo>
                    <a:pt x="0" y="970294"/>
                  </a:lnTo>
                </a:path>
              </a:pathLst>
            </a:custGeom>
            <a:ln w="13989">
              <a:solidFill>
                <a:srgbClr val="B0B0B0"/>
              </a:solidFill>
            </a:ln>
          </p:spPr>
          <p:txBody>
            <a:bodyPr wrap="square" lIns="0" tIns="0" rIns="0" bIns="0" rtlCol="0"/>
            <a:lstStyle/>
            <a:p>
              <a:endParaRPr/>
            </a:p>
          </p:txBody>
        </p:sp>
        <p:sp>
          <p:nvSpPr>
            <p:cNvPr id="70" name="object 43">
              <a:extLst>
                <a:ext uri="{FF2B5EF4-FFF2-40B4-BE49-F238E27FC236}">
                  <a16:creationId xmlns:a16="http://schemas.microsoft.com/office/drawing/2014/main" id="{660A9A8C-B4C0-6EFC-14B0-68151E19050F}"/>
                </a:ext>
              </a:extLst>
            </p:cNvPr>
            <p:cNvSpPr/>
            <p:nvPr/>
          </p:nvSpPr>
          <p:spPr>
            <a:xfrm>
              <a:off x="3764383" y="1731367"/>
              <a:ext cx="102235" cy="1102995"/>
            </a:xfrm>
            <a:custGeom>
              <a:avLst/>
              <a:gdLst/>
              <a:ahLst/>
              <a:cxnLst/>
              <a:rect l="l" t="t" r="r" b="b"/>
              <a:pathLst>
                <a:path w="102235" h="1102995">
                  <a:moveTo>
                    <a:pt x="0" y="1088399"/>
                  </a:moveTo>
                  <a:lnTo>
                    <a:pt x="51250" y="1102908"/>
                  </a:lnTo>
                </a:path>
                <a:path w="102235" h="1102995">
                  <a:moveTo>
                    <a:pt x="16105" y="732892"/>
                  </a:moveTo>
                  <a:lnTo>
                    <a:pt x="67891" y="747116"/>
                  </a:lnTo>
                </a:path>
                <a:path w="102235" h="1102995">
                  <a:moveTo>
                    <a:pt x="32538" y="370164"/>
                  </a:moveTo>
                  <a:lnTo>
                    <a:pt x="84871" y="384089"/>
                  </a:lnTo>
                </a:path>
                <a:path w="102235" h="1102995">
                  <a:moveTo>
                    <a:pt x="49308" y="0"/>
                  </a:moveTo>
                  <a:lnTo>
                    <a:pt x="102199" y="13608"/>
                  </a:lnTo>
                </a:path>
              </a:pathLst>
            </a:custGeom>
            <a:ln w="13989">
              <a:solidFill>
                <a:srgbClr val="000000"/>
              </a:solidFill>
            </a:ln>
          </p:spPr>
          <p:txBody>
            <a:bodyPr wrap="square" lIns="0" tIns="0" rIns="0" bIns="0" rtlCol="0"/>
            <a:lstStyle/>
            <a:p>
              <a:endParaRPr/>
            </a:p>
          </p:txBody>
        </p:sp>
        <p:pic>
          <p:nvPicPr>
            <p:cNvPr id="71" name="object 44">
              <a:extLst>
                <a:ext uri="{FF2B5EF4-FFF2-40B4-BE49-F238E27FC236}">
                  <a16:creationId xmlns:a16="http://schemas.microsoft.com/office/drawing/2014/main" id="{96EB1C1C-9D00-C6D0-B143-E91EA6FAA3EB}"/>
                </a:ext>
              </a:extLst>
            </p:cNvPr>
            <p:cNvPicPr/>
            <p:nvPr/>
          </p:nvPicPr>
          <p:blipFill>
            <a:blip r:embed="rId5" cstate="print"/>
            <a:stretch>
              <a:fillRect/>
            </a:stretch>
          </p:blipFill>
          <p:spPr>
            <a:xfrm>
              <a:off x="651362" y="1286718"/>
              <a:ext cx="2976175" cy="2153961"/>
            </a:xfrm>
            <a:prstGeom prst="rect">
              <a:avLst/>
            </a:prstGeom>
          </p:spPr>
        </p:pic>
      </p:grpSp>
      <p:sp>
        <p:nvSpPr>
          <p:cNvPr id="72" name="object 45">
            <a:extLst>
              <a:ext uri="{FF2B5EF4-FFF2-40B4-BE49-F238E27FC236}">
                <a16:creationId xmlns:a16="http://schemas.microsoft.com/office/drawing/2014/main" id="{EA0694FE-923C-B576-1D2B-94FBA600BA0A}"/>
              </a:ext>
            </a:extLst>
          </p:cNvPr>
          <p:cNvSpPr txBox="1"/>
          <p:nvPr/>
        </p:nvSpPr>
        <p:spPr>
          <a:xfrm>
            <a:off x="4486790" y="4586678"/>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73" name="object 46">
            <a:extLst>
              <a:ext uri="{FF2B5EF4-FFF2-40B4-BE49-F238E27FC236}">
                <a16:creationId xmlns:a16="http://schemas.microsoft.com/office/drawing/2014/main" id="{F3CDF017-4299-6748-DAA9-0766CAE75190}"/>
              </a:ext>
            </a:extLst>
          </p:cNvPr>
          <p:cNvSpPr txBox="1"/>
          <p:nvPr/>
        </p:nvSpPr>
        <p:spPr>
          <a:xfrm>
            <a:off x="4725129" y="4333493"/>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74" name="object 47">
            <a:extLst>
              <a:ext uri="{FF2B5EF4-FFF2-40B4-BE49-F238E27FC236}">
                <a16:creationId xmlns:a16="http://schemas.microsoft.com/office/drawing/2014/main" id="{29E8389D-0A4F-0F14-FC0B-B57A768A9E1A}"/>
              </a:ext>
            </a:extLst>
          </p:cNvPr>
          <p:cNvSpPr txBox="1"/>
          <p:nvPr/>
        </p:nvSpPr>
        <p:spPr>
          <a:xfrm>
            <a:off x="4954493" y="4089841"/>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75" name="object 48">
            <a:extLst>
              <a:ext uri="{FF2B5EF4-FFF2-40B4-BE49-F238E27FC236}">
                <a16:creationId xmlns:a16="http://schemas.microsoft.com/office/drawing/2014/main" id="{A732E703-3F69-7C59-43D5-2823885E1346}"/>
              </a:ext>
            </a:extLst>
          </p:cNvPr>
          <p:cNvSpPr txBox="1"/>
          <p:nvPr/>
        </p:nvSpPr>
        <p:spPr>
          <a:xfrm rot="16200000">
            <a:off x="5459836" y="2920531"/>
            <a:ext cx="425471" cy="171450"/>
          </a:xfrm>
          <a:prstGeom prst="rect">
            <a:avLst/>
          </a:prstGeom>
        </p:spPr>
        <p:txBody>
          <a:bodyPr vert="horz" wrap="square" lIns="0" tIns="0" rIns="0" bIns="0" rtlCol="0">
            <a:spAutoFit/>
          </a:bodyPr>
          <a:lstStyle/>
          <a:p>
            <a:pPr>
              <a:lnSpc>
                <a:spcPts val="1335"/>
              </a:lnSpc>
            </a:pPr>
            <a:r>
              <a:rPr sz="1350" spc="-10" dirty="0">
                <a:latin typeface="Arial"/>
                <a:cs typeface="Arial"/>
              </a:rPr>
              <a:t>Error</a:t>
            </a:r>
            <a:endParaRPr sz="1350" dirty="0">
              <a:latin typeface="Arial"/>
              <a:cs typeface="Arial"/>
            </a:endParaRPr>
          </a:p>
        </p:txBody>
      </p:sp>
      <p:sp>
        <p:nvSpPr>
          <p:cNvPr id="76" name="object 49">
            <a:extLst>
              <a:ext uri="{FF2B5EF4-FFF2-40B4-BE49-F238E27FC236}">
                <a16:creationId xmlns:a16="http://schemas.microsoft.com/office/drawing/2014/main" id="{FF37E7F0-873C-7E27-702E-8479717E7F07}"/>
              </a:ext>
            </a:extLst>
          </p:cNvPr>
          <p:cNvSpPr txBox="1"/>
          <p:nvPr/>
        </p:nvSpPr>
        <p:spPr>
          <a:xfrm>
            <a:off x="5148228" y="3441687"/>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77" name="object 50">
            <a:extLst>
              <a:ext uri="{FF2B5EF4-FFF2-40B4-BE49-F238E27FC236}">
                <a16:creationId xmlns:a16="http://schemas.microsoft.com/office/drawing/2014/main" id="{EBB637C4-8DFE-75D6-8A0A-47B58B73687B}"/>
              </a:ext>
            </a:extLst>
          </p:cNvPr>
          <p:cNvSpPr txBox="1"/>
          <p:nvPr/>
        </p:nvSpPr>
        <p:spPr>
          <a:xfrm>
            <a:off x="5167674" y="3086965"/>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78" name="object 51">
            <a:extLst>
              <a:ext uri="{FF2B5EF4-FFF2-40B4-BE49-F238E27FC236}">
                <a16:creationId xmlns:a16="http://schemas.microsoft.com/office/drawing/2014/main" id="{E0DE38F0-BAE7-D97F-9332-E3B6EB2C06CF}"/>
              </a:ext>
            </a:extLst>
          </p:cNvPr>
          <p:cNvSpPr txBox="1"/>
          <p:nvPr/>
        </p:nvSpPr>
        <p:spPr>
          <a:xfrm>
            <a:off x="5187513" y="2725064"/>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79" name="object 52">
            <a:extLst>
              <a:ext uri="{FF2B5EF4-FFF2-40B4-BE49-F238E27FC236}">
                <a16:creationId xmlns:a16="http://schemas.microsoft.com/office/drawing/2014/main" id="{7827A3F1-DB74-AB5D-ECA0-4040D7859544}"/>
              </a:ext>
            </a:extLst>
          </p:cNvPr>
          <p:cNvSpPr txBox="1"/>
          <p:nvPr/>
        </p:nvSpPr>
        <p:spPr>
          <a:xfrm>
            <a:off x="5207758" y="2355767"/>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mc:AlternateContent xmlns:mc="http://schemas.openxmlformats.org/markup-compatibility/2006" xmlns:p14="http://schemas.microsoft.com/office/powerpoint/2010/main">
        <mc:Choice Requires="p14">
          <p:contentPart p14:bwMode="auto" r:id="rId6">
            <p14:nvContentPartPr>
              <p14:cNvPr id="80" name="Ink 79">
                <a:extLst>
                  <a:ext uri="{FF2B5EF4-FFF2-40B4-BE49-F238E27FC236}">
                    <a16:creationId xmlns:a16="http://schemas.microsoft.com/office/drawing/2014/main" id="{C1D5CDF6-E476-50A1-D1D5-124FCE92F11D}"/>
                  </a:ext>
                </a:extLst>
              </p14:cNvPr>
              <p14:cNvContentPartPr/>
              <p14:nvPr/>
            </p14:nvContentPartPr>
            <p14:xfrm>
              <a:off x="4761187" y="2360862"/>
              <a:ext cx="51120" cy="95400"/>
            </p14:xfrm>
          </p:contentPart>
        </mc:Choice>
        <mc:Fallback xmlns="">
          <p:pic>
            <p:nvPicPr>
              <p:cNvPr id="80" name="Ink 79">
                <a:extLst>
                  <a:ext uri="{FF2B5EF4-FFF2-40B4-BE49-F238E27FC236}">
                    <a16:creationId xmlns:a16="http://schemas.microsoft.com/office/drawing/2014/main" id="{C1D5CDF6-E476-50A1-D1D5-124FCE92F11D}"/>
                  </a:ext>
                </a:extLst>
              </p:cNvPr>
              <p:cNvPicPr/>
              <p:nvPr/>
            </p:nvPicPr>
            <p:blipFill>
              <a:blip r:embed="rId7"/>
              <a:stretch>
                <a:fillRect/>
              </a:stretch>
            </p:blipFill>
            <p:spPr>
              <a:xfrm>
                <a:off x="4743187" y="2342862"/>
                <a:ext cx="8676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1" name="Ink 80">
                <a:extLst>
                  <a:ext uri="{FF2B5EF4-FFF2-40B4-BE49-F238E27FC236}">
                    <a16:creationId xmlns:a16="http://schemas.microsoft.com/office/drawing/2014/main" id="{1B9E57BC-21C6-8B3E-FEA1-08909CF8CF31}"/>
                  </a:ext>
                </a:extLst>
              </p14:cNvPr>
              <p14:cNvContentPartPr/>
              <p14:nvPr/>
            </p14:nvContentPartPr>
            <p14:xfrm>
              <a:off x="4861267" y="3930462"/>
              <a:ext cx="51480" cy="2520"/>
            </p14:xfrm>
          </p:contentPart>
        </mc:Choice>
        <mc:Fallback xmlns="">
          <p:pic>
            <p:nvPicPr>
              <p:cNvPr id="81" name="Ink 80">
                <a:extLst>
                  <a:ext uri="{FF2B5EF4-FFF2-40B4-BE49-F238E27FC236}">
                    <a16:creationId xmlns:a16="http://schemas.microsoft.com/office/drawing/2014/main" id="{1B9E57BC-21C6-8B3E-FEA1-08909CF8CF31}"/>
                  </a:ext>
                </a:extLst>
              </p:cNvPr>
              <p:cNvPicPr/>
              <p:nvPr/>
            </p:nvPicPr>
            <p:blipFill>
              <a:blip r:embed="rId9"/>
              <a:stretch>
                <a:fillRect/>
              </a:stretch>
            </p:blipFill>
            <p:spPr>
              <a:xfrm>
                <a:off x="4843267" y="3912462"/>
                <a:ext cx="87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2" name="Ink 81">
                <a:extLst>
                  <a:ext uri="{FF2B5EF4-FFF2-40B4-BE49-F238E27FC236}">
                    <a16:creationId xmlns:a16="http://schemas.microsoft.com/office/drawing/2014/main" id="{3D2B1F3F-BA21-C427-0BE4-CA32432984F8}"/>
                  </a:ext>
                </a:extLst>
              </p14:cNvPr>
              <p14:cNvContentPartPr/>
              <p14:nvPr/>
            </p14:nvContentPartPr>
            <p14:xfrm>
              <a:off x="3645907" y="4981302"/>
              <a:ext cx="12240" cy="51120"/>
            </p14:xfrm>
          </p:contentPart>
        </mc:Choice>
        <mc:Fallback xmlns="">
          <p:pic>
            <p:nvPicPr>
              <p:cNvPr id="82" name="Ink 81">
                <a:extLst>
                  <a:ext uri="{FF2B5EF4-FFF2-40B4-BE49-F238E27FC236}">
                    <a16:creationId xmlns:a16="http://schemas.microsoft.com/office/drawing/2014/main" id="{3D2B1F3F-BA21-C427-0BE4-CA32432984F8}"/>
                  </a:ext>
                </a:extLst>
              </p:cNvPr>
              <p:cNvPicPr/>
              <p:nvPr/>
            </p:nvPicPr>
            <p:blipFill>
              <a:blip r:embed="rId11"/>
              <a:stretch>
                <a:fillRect/>
              </a:stretch>
            </p:blipFill>
            <p:spPr>
              <a:xfrm>
                <a:off x="3627907" y="4963174"/>
                <a:ext cx="47880" cy="87013"/>
              </a:xfrm>
              <a:prstGeom prst="rect">
                <a:avLst/>
              </a:prstGeom>
            </p:spPr>
          </p:pic>
        </mc:Fallback>
      </mc:AlternateContent>
      <p:sp>
        <p:nvSpPr>
          <p:cNvPr id="83" name="TextBox 82">
            <a:extLst>
              <a:ext uri="{FF2B5EF4-FFF2-40B4-BE49-F238E27FC236}">
                <a16:creationId xmlns:a16="http://schemas.microsoft.com/office/drawing/2014/main" id="{19C77DCC-27B7-3441-400B-576E4D5D2287}"/>
              </a:ext>
            </a:extLst>
          </p:cNvPr>
          <p:cNvSpPr txBox="1"/>
          <p:nvPr/>
        </p:nvSpPr>
        <p:spPr>
          <a:xfrm>
            <a:off x="4310585" y="1674521"/>
            <a:ext cx="1274708" cy="369332"/>
          </a:xfrm>
          <a:prstGeom prst="rect">
            <a:avLst/>
          </a:prstGeom>
          <a:noFill/>
        </p:spPr>
        <p:txBody>
          <a:bodyPr wrap="none" rtlCol="0">
            <a:spAutoFit/>
          </a:bodyPr>
          <a:lstStyle/>
          <a:p>
            <a:r>
              <a:rPr lang="en-US" dirty="0"/>
              <a:t>High error!</a:t>
            </a:r>
          </a:p>
        </p:txBody>
      </p:sp>
      <p:pic>
        <p:nvPicPr>
          <p:cNvPr id="84" name="Picture 83" descr="A graph of a graph with a curved curve&#10;&#10;Description automatically generated with medium confidence">
            <a:extLst>
              <a:ext uri="{FF2B5EF4-FFF2-40B4-BE49-F238E27FC236}">
                <a16:creationId xmlns:a16="http://schemas.microsoft.com/office/drawing/2014/main" id="{98D67329-8B1E-AA9B-0426-D43193D7B6E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793305" y="1694097"/>
            <a:ext cx="4265097" cy="3719561"/>
          </a:xfrm>
          <a:prstGeom prst="rect">
            <a:avLst/>
          </a:prstGeom>
        </p:spPr>
      </p:pic>
      <p:sp>
        <p:nvSpPr>
          <p:cNvPr id="85" name="object 3">
            <a:extLst>
              <a:ext uri="{FF2B5EF4-FFF2-40B4-BE49-F238E27FC236}">
                <a16:creationId xmlns:a16="http://schemas.microsoft.com/office/drawing/2014/main" id="{5BD25D2D-40F7-4BD2-25E1-EC7927742072}"/>
              </a:ext>
            </a:extLst>
          </p:cNvPr>
          <p:cNvSpPr txBox="1"/>
          <p:nvPr/>
        </p:nvSpPr>
        <p:spPr>
          <a:xfrm>
            <a:off x="2005340" y="5682356"/>
            <a:ext cx="3735704" cy="319959"/>
          </a:xfrm>
          <a:prstGeom prst="rect">
            <a:avLst/>
          </a:prstGeom>
        </p:spPr>
        <p:txBody>
          <a:bodyPr vert="horz" wrap="square" lIns="0" tIns="17145" rIns="0" bIns="0" rtlCol="0">
            <a:spAutoFit/>
          </a:bodyPr>
          <a:lstStyle/>
          <a:p>
            <a:pPr marL="12700" marR="45085">
              <a:lnSpc>
                <a:spcPts val="2580"/>
              </a:lnSpc>
              <a:spcBef>
                <a:spcPts val="135"/>
              </a:spcBef>
              <a:buSzPct val="83333"/>
              <a:tabLst>
                <a:tab pos="184150" algn="l"/>
              </a:tabLst>
            </a:pPr>
            <a:r>
              <a:rPr lang="en-US" altLang="zh-CN" i="1" dirty="0"/>
              <a:t>W=[w</a:t>
            </a:r>
            <a:r>
              <a:rPr lang="en-US" altLang="zh-CN" i="1" baseline="-25000" dirty="0"/>
              <a:t>0 </a:t>
            </a:r>
            <a:r>
              <a:rPr lang="en-US" altLang="zh-CN" i="1" dirty="0"/>
              <a:t> w</a:t>
            </a:r>
            <a:r>
              <a:rPr lang="en-US" altLang="zh-CN" i="1" baseline="-25000" dirty="0"/>
              <a:t>1</a:t>
            </a:r>
            <a:r>
              <a:rPr lang="en-US" altLang="zh-CN" i="1" dirty="0"/>
              <a:t>]=[1.0, 2.0]              </a:t>
            </a:r>
            <a:endParaRPr lang="en-GB" spc="-10" dirty="0">
              <a:latin typeface="Arial"/>
              <a:cs typeface="Arial"/>
            </a:endParaRPr>
          </a:p>
        </p:txBody>
      </p:sp>
      <p:sp>
        <p:nvSpPr>
          <p:cNvPr id="86" name="object 3">
            <a:extLst>
              <a:ext uri="{FF2B5EF4-FFF2-40B4-BE49-F238E27FC236}">
                <a16:creationId xmlns:a16="http://schemas.microsoft.com/office/drawing/2014/main" id="{59362E5D-7C97-269F-ED39-3EE851035055}"/>
              </a:ext>
            </a:extLst>
          </p:cNvPr>
          <p:cNvSpPr txBox="1"/>
          <p:nvPr/>
        </p:nvSpPr>
        <p:spPr>
          <a:xfrm>
            <a:off x="6058001" y="5600637"/>
            <a:ext cx="3735704" cy="319959"/>
          </a:xfrm>
          <a:prstGeom prst="rect">
            <a:avLst/>
          </a:prstGeom>
        </p:spPr>
        <p:txBody>
          <a:bodyPr vert="horz" wrap="square" lIns="0" tIns="17145" rIns="0" bIns="0" rtlCol="0">
            <a:spAutoFit/>
          </a:bodyPr>
          <a:lstStyle/>
          <a:p>
            <a:pPr marL="12700" marR="45085">
              <a:lnSpc>
                <a:spcPts val="2580"/>
              </a:lnSpc>
              <a:spcBef>
                <a:spcPts val="135"/>
              </a:spcBef>
              <a:buSzPct val="83333"/>
              <a:tabLst>
                <a:tab pos="184150" algn="l"/>
              </a:tabLst>
            </a:pPr>
            <a:r>
              <a:rPr lang="en-US" altLang="zh-CN" i="1" dirty="0"/>
              <a:t>W=[w</a:t>
            </a:r>
            <a:r>
              <a:rPr lang="en-US" altLang="zh-CN" i="1" baseline="-25000" dirty="0"/>
              <a:t>0 </a:t>
            </a:r>
            <a:r>
              <a:rPr lang="en-US" altLang="zh-CN" i="1" dirty="0"/>
              <a:t> w</a:t>
            </a:r>
            <a:r>
              <a:rPr lang="en-US" altLang="zh-CN" i="1" baseline="-25000" dirty="0"/>
              <a:t>1</a:t>
            </a:r>
            <a:r>
              <a:rPr lang="en-US" altLang="zh-CN" i="1" dirty="0"/>
              <a:t>]=[0.25, 1.0]              </a:t>
            </a:r>
            <a:endParaRPr lang="en-GB" spc="-10" dirty="0">
              <a:latin typeface="Arial"/>
              <a:cs typeface="Arial"/>
            </a:endParaRPr>
          </a:p>
        </p:txBody>
      </p:sp>
    </p:spTree>
    <p:extLst>
      <p:ext uri="{BB962C8B-B14F-4D97-AF65-F5344CB8AC3E}">
        <p14:creationId xmlns:p14="http://schemas.microsoft.com/office/powerpoint/2010/main" val="464948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483F9-77F2-B049-915C-D65F71E38F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3BE06-87E8-1826-697C-9971A2B172D1}"/>
              </a:ext>
            </a:extLst>
          </p:cNvPr>
          <p:cNvSpPr>
            <a:spLocks noGrp="1"/>
          </p:cNvSpPr>
          <p:nvPr>
            <p:ph type="title"/>
          </p:nvPr>
        </p:nvSpPr>
        <p:spPr/>
        <p:txBody>
          <a:bodyPr/>
          <a:lstStyle/>
          <a:p>
            <a:r>
              <a:rPr lang="en-GB" dirty="0"/>
              <a:t>Gradient Descent – An Illustration</a:t>
            </a:r>
          </a:p>
        </p:txBody>
      </p:sp>
      <p:pic>
        <p:nvPicPr>
          <p:cNvPr id="3" name="Picture 2" descr="A graph of a high slope&#10;&#10;Description automatically generated">
            <a:extLst>
              <a:ext uri="{FF2B5EF4-FFF2-40B4-BE49-F238E27FC236}">
                <a16:creationId xmlns:a16="http://schemas.microsoft.com/office/drawing/2014/main" id="{CC06B2F6-BDC7-0535-6543-DC44A242D1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7707" y="1826984"/>
            <a:ext cx="3909960" cy="3621305"/>
          </a:xfrm>
          <a:prstGeom prst="rect">
            <a:avLst/>
          </a:prstGeom>
        </p:spPr>
      </p:pic>
      <p:pic>
        <p:nvPicPr>
          <p:cNvPr id="4" name="Picture 3" descr="A graph of a graph with a curved curve&#10;&#10;Description automatically generated with medium confidence">
            <a:extLst>
              <a:ext uri="{FF2B5EF4-FFF2-40B4-BE49-F238E27FC236}">
                <a16:creationId xmlns:a16="http://schemas.microsoft.com/office/drawing/2014/main" id="{9D4BB507-DDD0-403C-423A-DA6C692925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4334" y="1857222"/>
            <a:ext cx="4001696" cy="3560831"/>
          </a:xfrm>
          <a:prstGeom prst="rect">
            <a:avLst/>
          </a:prstGeom>
        </p:spPr>
      </p:pic>
      <p:sp>
        <p:nvSpPr>
          <p:cNvPr id="5" name="TextBox 4">
            <a:extLst>
              <a:ext uri="{FF2B5EF4-FFF2-40B4-BE49-F238E27FC236}">
                <a16:creationId xmlns:a16="http://schemas.microsoft.com/office/drawing/2014/main" id="{9A1A9845-4829-DE90-BD6C-BB302DD0F66E}"/>
              </a:ext>
            </a:extLst>
          </p:cNvPr>
          <p:cNvSpPr txBox="1"/>
          <p:nvPr/>
        </p:nvSpPr>
        <p:spPr>
          <a:xfrm>
            <a:off x="838200" y="5729079"/>
            <a:ext cx="10515599" cy="1200329"/>
          </a:xfrm>
          <a:prstGeom prst="rect">
            <a:avLst/>
          </a:prstGeom>
          <a:noFill/>
        </p:spPr>
        <p:txBody>
          <a:bodyPr wrap="square" rtlCol="0">
            <a:spAutoFit/>
          </a:bodyPr>
          <a:lstStyle/>
          <a:p>
            <a:r>
              <a:rPr lang="en-US" dirty="0">
                <a:solidFill>
                  <a:srgbClr val="C00000"/>
                </a:solidFill>
              </a:rPr>
              <a:t>The negative of the gradient (the red line) represents the steepest descent which is getting less and less steep with less and less altitude reduced as the descent is repeated in each step. When the decent is near a local minimum the slope becomes very flat with very little altitude reduced (think of a plateau), the algorithm converges.  </a:t>
            </a:r>
          </a:p>
        </p:txBody>
      </p:sp>
    </p:spTree>
    <p:extLst>
      <p:ext uri="{BB962C8B-B14F-4D97-AF65-F5344CB8AC3E}">
        <p14:creationId xmlns:p14="http://schemas.microsoft.com/office/powerpoint/2010/main" val="3313376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64061-B2F3-1BD4-7017-4FC4EAD294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5E4B036-D16E-CEEF-3A2D-E427645A5010}"/>
                  </a:ext>
                </a:extLst>
              </p:cNvPr>
              <p:cNvSpPr>
                <a:spLocks noGrp="1"/>
              </p:cNvSpPr>
              <p:nvPr>
                <p:ph type="title"/>
              </p:nvPr>
            </p:nvSpPr>
            <p:spPr/>
            <p:txBody>
              <a:bodyPr/>
              <a:lstStyle/>
              <a:p>
                <a:r>
                  <a:rPr lang="en-US" dirty="0"/>
                  <a:t>Gradient Descent for Finding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 An Illustration</a:t>
                </a:r>
              </a:p>
            </p:txBody>
          </p:sp>
        </mc:Choice>
        <mc:Fallback xmlns="">
          <p:sp>
            <p:nvSpPr>
              <p:cNvPr id="2" name="Title 1">
                <a:extLst>
                  <a:ext uri="{FF2B5EF4-FFF2-40B4-BE49-F238E27FC236}">
                    <a16:creationId xmlns:a16="http://schemas.microsoft.com/office/drawing/2014/main" id="{35E4B036-D16E-CEEF-3A2D-E427645A5010}"/>
                  </a:ext>
                </a:extLst>
              </p:cNvPr>
              <p:cNvSpPr>
                <a:spLocks noGrp="1" noRot="1" noChangeAspect="1" noMove="1" noResize="1" noEditPoints="1" noAdjustHandles="1" noChangeArrowheads="1" noChangeShapeType="1" noTextEdit="1"/>
              </p:cNvSpPr>
              <p:nvPr>
                <p:ph type="title"/>
              </p:nvPr>
            </p:nvSpPr>
            <p:spPr>
              <a:blipFill>
                <a:blip r:embed="rId3"/>
                <a:stretch>
                  <a:fillRect l="-2413" t="-13333" b="-21905"/>
                </a:stretch>
              </a:blipFill>
            </p:spPr>
            <p:txBody>
              <a:bodyPr/>
              <a:lstStyle/>
              <a:p>
                <a:r>
                  <a:rPr lang="en-US">
                    <a:noFill/>
                  </a:rPr>
                  <a:t> </a:t>
                </a:r>
              </a:p>
            </p:txBody>
          </p:sp>
        </mc:Fallback>
      </mc:AlternateContent>
      <p:grpSp>
        <p:nvGrpSpPr>
          <p:cNvPr id="43" name="object 16">
            <a:extLst>
              <a:ext uri="{FF2B5EF4-FFF2-40B4-BE49-F238E27FC236}">
                <a16:creationId xmlns:a16="http://schemas.microsoft.com/office/drawing/2014/main" id="{4301D937-6615-F4E1-9EAA-2F9E34FA6694}"/>
              </a:ext>
            </a:extLst>
          </p:cNvPr>
          <p:cNvGrpSpPr/>
          <p:nvPr/>
        </p:nvGrpSpPr>
        <p:grpSpPr>
          <a:xfrm>
            <a:off x="1219870" y="1796906"/>
            <a:ext cx="3698875" cy="3582035"/>
            <a:chOff x="313151" y="966056"/>
            <a:chExt cx="3698875" cy="3582035"/>
          </a:xfrm>
        </p:grpSpPr>
        <p:sp>
          <p:nvSpPr>
            <p:cNvPr id="44" name="object 17">
              <a:extLst>
                <a:ext uri="{FF2B5EF4-FFF2-40B4-BE49-F238E27FC236}">
                  <a16:creationId xmlns:a16="http://schemas.microsoft.com/office/drawing/2014/main" id="{DA9FC69D-9B12-0E5B-0593-61BAC5E675BC}"/>
                </a:ext>
              </a:extLst>
            </p:cNvPr>
            <p:cNvSpPr/>
            <p:nvPr/>
          </p:nvSpPr>
          <p:spPr>
            <a:xfrm>
              <a:off x="313151" y="966056"/>
              <a:ext cx="3698875" cy="3582035"/>
            </a:xfrm>
            <a:custGeom>
              <a:avLst/>
              <a:gdLst/>
              <a:ahLst/>
              <a:cxnLst/>
              <a:rect l="l" t="t" r="r" b="b"/>
              <a:pathLst>
                <a:path w="3698875" h="3582035">
                  <a:moveTo>
                    <a:pt x="0" y="3581842"/>
                  </a:moveTo>
                  <a:lnTo>
                    <a:pt x="3698401" y="3581842"/>
                  </a:lnTo>
                  <a:lnTo>
                    <a:pt x="3698401" y="0"/>
                  </a:lnTo>
                  <a:lnTo>
                    <a:pt x="0" y="0"/>
                  </a:lnTo>
                  <a:lnTo>
                    <a:pt x="0" y="3581842"/>
                  </a:lnTo>
                  <a:close/>
                </a:path>
              </a:pathLst>
            </a:custGeom>
            <a:solidFill>
              <a:srgbClr val="FFFFFF"/>
            </a:solidFill>
          </p:spPr>
          <p:txBody>
            <a:bodyPr wrap="square" lIns="0" tIns="0" rIns="0" bIns="0" rtlCol="0"/>
            <a:lstStyle/>
            <a:p>
              <a:endParaRPr/>
            </a:p>
          </p:txBody>
        </p:sp>
        <p:sp>
          <p:nvSpPr>
            <p:cNvPr id="45" name="object 18">
              <a:extLst>
                <a:ext uri="{FF2B5EF4-FFF2-40B4-BE49-F238E27FC236}">
                  <a16:creationId xmlns:a16="http://schemas.microsoft.com/office/drawing/2014/main" id="{34A34723-723D-5903-6D36-32F0FBDECFF6}"/>
                </a:ext>
              </a:extLst>
            </p:cNvPr>
            <p:cNvSpPr/>
            <p:nvPr/>
          </p:nvSpPr>
          <p:spPr>
            <a:xfrm>
              <a:off x="418739" y="1039900"/>
              <a:ext cx="1333500" cy="2570480"/>
            </a:xfrm>
            <a:custGeom>
              <a:avLst/>
              <a:gdLst/>
              <a:ahLst/>
              <a:cxnLst/>
              <a:rect l="l" t="t" r="r" b="b"/>
              <a:pathLst>
                <a:path w="1333500" h="2570479">
                  <a:moveTo>
                    <a:pt x="1315756" y="0"/>
                  </a:moveTo>
                  <a:lnTo>
                    <a:pt x="0" y="960179"/>
                  </a:lnTo>
                  <a:lnTo>
                    <a:pt x="77544" y="2570455"/>
                  </a:lnTo>
                  <a:lnTo>
                    <a:pt x="1333212" y="1517929"/>
                  </a:lnTo>
                  <a:lnTo>
                    <a:pt x="1315756" y="0"/>
                  </a:lnTo>
                  <a:close/>
                </a:path>
              </a:pathLst>
            </a:custGeom>
            <a:solidFill>
              <a:srgbClr val="F2F2F2">
                <a:alpha val="50000"/>
              </a:srgbClr>
            </a:solidFill>
          </p:spPr>
          <p:txBody>
            <a:bodyPr wrap="square" lIns="0" tIns="0" rIns="0" bIns="0" rtlCol="0"/>
            <a:lstStyle/>
            <a:p>
              <a:endParaRPr/>
            </a:p>
          </p:txBody>
        </p:sp>
        <p:sp>
          <p:nvSpPr>
            <p:cNvPr id="46" name="object 19">
              <a:extLst>
                <a:ext uri="{FF2B5EF4-FFF2-40B4-BE49-F238E27FC236}">
                  <a16:creationId xmlns:a16="http://schemas.microsoft.com/office/drawing/2014/main" id="{FDD99A14-9FDD-9054-3E78-06848EBB9A52}"/>
                </a:ext>
              </a:extLst>
            </p:cNvPr>
            <p:cNvSpPr/>
            <p:nvPr/>
          </p:nvSpPr>
          <p:spPr>
            <a:xfrm>
              <a:off x="418739" y="1039900"/>
              <a:ext cx="1333500" cy="2570480"/>
            </a:xfrm>
            <a:custGeom>
              <a:avLst/>
              <a:gdLst/>
              <a:ahLst/>
              <a:cxnLst/>
              <a:rect l="l" t="t" r="r" b="b"/>
              <a:pathLst>
                <a:path w="1333500" h="2570479">
                  <a:moveTo>
                    <a:pt x="77544" y="2570455"/>
                  </a:moveTo>
                  <a:lnTo>
                    <a:pt x="1333212" y="1517929"/>
                  </a:lnTo>
                  <a:lnTo>
                    <a:pt x="1315756" y="0"/>
                  </a:lnTo>
                  <a:lnTo>
                    <a:pt x="0" y="960179"/>
                  </a:lnTo>
                </a:path>
              </a:pathLst>
            </a:custGeom>
            <a:ln w="17486">
              <a:solidFill>
                <a:srgbClr val="F2F2F2"/>
              </a:solidFill>
            </a:ln>
          </p:spPr>
          <p:txBody>
            <a:bodyPr wrap="square" lIns="0" tIns="0" rIns="0" bIns="0" rtlCol="0"/>
            <a:lstStyle/>
            <a:p>
              <a:endParaRPr/>
            </a:p>
          </p:txBody>
        </p:sp>
        <p:sp>
          <p:nvSpPr>
            <p:cNvPr id="47" name="object 20">
              <a:extLst>
                <a:ext uri="{FF2B5EF4-FFF2-40B4-BE49-F238E27FC236}">
                  <a16:creationId xmlns:a16="http://schemas.microsoft.com/office/drawing/2014/main" id="{24DE8EEE-9EEA-E79F-FEE3-22001F09F73B}"/>
                </a:ext>
              </a:extLst>
            </p:cNvPr>
            <p:cNvSpPr/>
            <p:nvPr/>
          </p:nvSpPr>
          <p:spPr>
            <a:xfrm>
              <a:off x="1734496" y="1039900"/>
              <a:ext cx="2104390" cy="2103755"/>
            </a:xfrm>
            <a:custGeom>
              <a:avLst/>
              <a:gdLst/>
              <a:ahLst/>
              <a:cxnLst/>
              <a:rect l="l" t="t" r="r" b="b"/>
              <a:pathLst>
                <a:path w="2104390" h="2103755">
                  <a:moveTo>
                    <a:pt x="0" y="0"/>
                  </a:moveTo>
                  <a:lnTo>
                    <a:pt x="17455" y="1517929"/>
                  </a:lnTo>
                  <a:lnTo>
                    <a:pt x="2032354" y="2103581"/>
                  </a:lnTo>
                  <a:lnTo>
                    <a:pt x="2104259" y="533367"/>
                  </a:lnTo>
                  <a:lnTo>
                    <a:pt x="0" y="0"/>
                  </a:lnTo>
                  <a:close/>
                </a:path>
              </a:pathLst>
            </a:custGeom>
            <a:solidFill>
              <a:srgbClr val="E5E5E5">
                <a:alpha val="50000"/>
              </a:srgbClr>
            </a:solidFill>
          </p:spPr>
          <p:txBody>
            <a:bodyPr wrap="square" lIns="0" tIns="0" rIns="0" bIns="0" rtlCol="0"/>
            <a:lstStyle/>
            <a:p>
              <a:endParaRPr/>
            </a:p>
          </p:txBody>
        </p:sp>
        <p:sp>
          <p:nvSpPr>
            <p:cNvPr id="48" name="object 21">
              <a:extLst>
                <a:ext uri="{FF2B5EF4-FFF2-40B4-BE49-F238E27FC236}">
                  <a16:creationId xmlns:a16="http://schemas.microsoft.com/office/drawing/2014/main" id="{FD081A89-7C6E-0479-B686-E5DECCE07143}"/>
                </a:ext>
              </a:extLst>
            </p:cNvPr>
            <p:cNvSpPr/>
            <p:nvPr/>
          </p:nvSpPr>
          <p:spPr>
            <a:xfrm>
              <a:off x="1734496" y="1039900"/>
              <a:ext cx="2104390" cy="2103755"/>
            </a:xfrm>
            <a:custGeom>
              <a:avLst/>
              <a:gdLst/>
              <a:ahLst/>
              <a:cxnLst/>
              <a:rect l="l" t="t" r="r" b="b"/>
              <a:pathLst>
                <a:path w="2104390" h="2103755">
                  <a:moveTo>
                    <a:pt x="17455" y="1517929"/>
                  </a:moveTo>
                  <a:lnTo>
                    <a:pt x="2032354" y="2103581"/>
                  </a:lnTo>
                  <a:lnTo>
                    <a:pt x="2104259" y="533367"/>
                  </a:lnTo>
                  <a:lnTo>
                    <a:pt x="0" y="0"/>
                  </a:lnTo>
                </a:path>
              </a:pathLst>
            </a:custGeom>
            <a:ln w="17486">
              <a:solidFill>
                <a:srgbClr val="E5E5E5"/>
              </a:solidFill>
            </a:ln>
          </p:spPr>
          <p:txBody>
            <a:bodyPr wrap="square" lIns="0" tIns="0" rIns="0" bIns="0" rtlCol="0"/>
            <a:lstStyle/>
            <a:p>
              <a:endParaRPr/>
            </a:p>
          </p:txBody>
        </p:sp>
        <p:sp>
          <p:nvSpPr>
            <p:cNvPr id="49" name="object 22">
              <a:extLst>
                <a:ext uri="{FF2B5EF4-FFF2-40B4-BE49-F238E27FC236}">
                  <a16:creationId xmlns:a16="http://schemas.microsoft.com/office/drawing/2014/main" id="{6BF1F4E3-B36D-8151-50D1-4B59A273F347}"/>
                </a:ext>
              </a:extLst>
            </p:cNvPr>
            <p:cNvSpPr/>
            <p:nvPr/>
          </p:nvSpPr>
          <p:spPr>
            <a:xfrm>
              <a:off x="496283" y="2557829"/>
              <a:ext cx="3270885" cy="1750695"/>
            </a:xfrm>
            <a:custGeom>
              <a:avLst/>
              <a:gdLst/>
              <a:ahLst/>
              <a:cxnLst/>
              <a:rect l="l" t="t" r="r" b="b"/>
              <a:pathLst>
                <a:path w="3270885" h="1750695">
                  <a:moveTo>
                    <a:pt x="1255667" y="0"/>
                  </a:moveTo>
                  <a:lnTo>
                    <a:pt x="0" y="1052526"/>
                  </a:lnTo>
                  <a:lnTo>
                    <a:pt x="2135891" y="1750108"/>
                  </a:lnTo>
                  <a:lnTo>
                    <a:pt x="3270567" y="585651"/>
                  </a:lnTo>
                  <a:lnTo>
                    <a:pt x="1255667" y="0"/>
                  </a:lnTo>
                  <a:close/>
                </a:path>
              </a:pathLst>
            </a:custGeom>
            <a:solidFill>
              <a:srgbClr val="EBEBEB">
                <a:alpha val="50000"/>
              </a:srgbClr>
            </a:solidFill>
          </p:spPr>
          <p:txBody>
            <a:bodyPr wrap="square" lIns="0" tIns="0" rIns="0" bIns="0" rtlCol="0"/>
            <a:lstStyle/>
            <a:p>
              <a:endParaRPr/>
            </a:p>
          </p:txBody>
        </p:sp>
        <p:sp>
          <p:nvSpPr>
            <p:cNvPr id="50" name="object 23">
              <a:extLst>
                <a:ext uri="{FF2B5EF4-FFF2-40B4-BE49-F238E27FC236}">
                  <a16:creationId xmlns:a16="http://schemas.microsoft.com/office/drawing/2014/main" id="{D342FBBB-311C-DCD4-4D21-32D0280183DA}"/>
                </a:ext>
              </a:extLst>
            </p:cNvPr>
            <p:cNvSpPr/>
            <p:nvPr/>
          </p:nvSpPr>
          <p:spPr>
            <a:xfrm>
              <a:off x="496283" y="2557829"/>
              <a:ext cx="3270885" cy="1750695"/>
            </a:xfrm>
            <a:custGeom>
              <a:avLst/>
              <a:gdLst/>
              <a:ahLst/>
              <a:cxnLst/>
              <a:rect l="l" t="t" r="r" b="b"/>
              <a:pathLst>
                <a:path w="3270885" h="1750695">
                  <a:moveTo>
                    <a:pt x="0" y="1052526"/>
                  </a:moveTo>
                  <a:lnTo>
                    <a:pt x="2135891" y="1750108"/>
                  </a:lnTo>
                  <a:lnTo>
                    <a:pt x="3270567" y="585651"/>
                  </a:lnTo>
                  <a:lnTo>
                    <a:pt x="1255667" y="0"/>
                  </a:lnTo>
                </a:path>
              </a:pathLst>
            </a:custGeom>
            <a:ln w="17486">
              <a:solidFill>
                <a:srgbClr val="EBEBEB"/>
              </a:solidFill>
            </a:ln>
          </p:spPr>
          <p:txBody>
            <a:bodyPr wrap="square" lIns="0" tIns="0" rIns="0" bIns="0" rtlCol="0"/>
            <a:lstStyle/>
            <a:p>
              <a:endParaRPr/>
            </a:p>
          </p:txBody>
        </p:sp>
        <p:sp>
          <p:nvSpPr>
            <p:cNvPr id="51" name="object 24">
              <a:extLst>
                <a:ext uri="{FF2B5EF4-FFF2-40B4-BE49-F238E27FC236}">
                  <a16:creationId xmlns:a16="http://schemas.microsoft.com/office/drawing/2014/main" id="{FE4A4B9F-6C2C-FD2C-91D0-380B08483000}"/>
                </a:ext>
              </a:extLst>
            </p:cNvPr>
            <p:cNvSpPr/>
            <p:nvPr/>
          </p:nvSpPr>
          <p:spPr>
            <a:xfrm>
              <a:off x="496283" y="3610355"/>
              <a:ext cx="2136140" cy="697865"/>
            </a:xfrm>
            <a:custGeom>
              <a:avLst/>
              <a:gdLst/>
              <a:ahLst/>
              <a:cxnLst/>
              <a:rect l="l" t="t" r="r" b="b"/>
              <a:pathLst>
                <a:path w="2136140" h="697864">
                  <a:moveTo>
                    <a:pt x="0" y="0"/>
                  </a:moveTo>
                  <a:lnTo>
                    <a:pt x="2135891" y="697582"/>
                  </a:lnTo>
                </a:path>
              </a:pathLst>
            </a:custGeom>
            <a:ln w="13989">
              <a:solidFill>
                <a:srgbClr val="000000"/>
              </a:solidFill>
            </a:ln>
          </p:spPr>
          <p:txBody>
            <a:bodyPr wrap="square" lIns="0" tIns="0" rIns="0" bIns="0" rtlCol="0"/>
            <a:lstStyle/>
            <a:p>
              <a:endParaRPr/>
            </a:p>
          </p:txBody>
        </p:sp>
        <p:sp>
          <p:nvSpPr>
            <p:cNvPr id="52" name="object 25">
              <a:extLst>
                <a:ext uri="{FF2B5EF4-FFF2-40B4-BE49-F238E27FC236}">
                  <a16:creationId xmlns:a16="http://schemas.microsoft.com/office/drawing/2014/main" id="{B069F049-522B-333C-CC49-61CF29C55232}"/>
                </a:ext>
              </a:extLst>
            </p:cNvPr>
            <p:cNvSpPr/>
            <p:nvPr/>
          </p:nvSpPr>
          <p:spPr>
            <a:xfrm>
              <a:off x="625645" y="1072274"/>
              <a:ext cx="3072765" cy="3189605"/>
            </a:xfrm>
            <a:custGeom>
              <a:avLst/>
              <a:gdLst/>
              <a:ahLst/>
              <a:cxnLst/>
              <a:rect l="l" t="t" r="r" b="b"/>
              <a:pathLst>
                <a:path w="3072765" h="3189604">
                  <a:moveTo>
                    <a:pt x="0" y="2580330"/>
                  </a:moveTo>
                  <a:lnTo>
                    <a:pt x="1248846" y="1521173"/>
                  </a:lnTo>
                  <a:lnTo>
                    <a:pt x="1236572" y="0"/>
                  </a:lnTo>
                </a:path>
                <a:path w="3072765" h="3189604">
                  <a:moveTo>
                    <a:pt x="450036" y="2727313"/>
                  </a:moveTo>
                  <a:lnTo>
                    <a:pt x="1674644" y="1644935"/>
                  </a:lnTo>
                  <a:lnTo>
                    <a:pt x="1680628" y="112555"/>
                  </a:lnTo>
                </a:path>
                <a:path w="3072765" h="3189604">
                  <a:moveTo>
                    <a:pt x="910429" y="2877677"/>
                  </a:moveTo>
                  <a:lnTo>
                    <a:pt x="2109418" y="1771308"/>
                  </a:lnTo>
                  <a:lnTo>
                    <a:pt x="2134454" y="227586"/>
                  </a:lnTo>
                </a:path>
                <a:path w="3072765" h="3189604">
                  <a:moveTo>
                    <a:pt x="1381537" y="3031541"/>
                  </a:moveTo>
                  <a:lnTo>
                    <a:pt x="2553456" y="1900371"/>
                  </a:lnTo>
                  <a:lnTo>
                    <a:pt x="2598377" y="345177"/>
                  </a:lnTo>
                </a:path>
                <a:path w="3072765" h="3189604">
                  <a:moveTo>
                    <a:pt x="1863739" y="3189028"/>
                  </a:moveTo>
                  <a:lnTo>
                    <a:pt x="3007059" y="2032216"/>
                  </a:lnTo>
                  <a:lnTo>
                    <a:pt x="3072738" y="465414"/>
                  </a:lnTo>
                </a:path>
              </a:pathLst>
            </a:custGeom>
            <a:ln w="13989">
              <a:solidFill>
                <a:srgbClr val="B0B0B0"/>
              </a:solidFill>
            </a:ln>
          </p:spPr>
          <p:txBody>
            <a:bodyPr wrap="square" lIns="0" tIns="0" rIns="0" bIns="0" rtlCol="0"/>
            <a:lstStyle/>
            <a:p>
              <a:endParaRPr/>
            </a:p>
          </p:txBody>
        </p:sp>
        <p:sp>
          <p:nvSpPr>
            <p:cNvPr id="53" name="object 26">
              <a:extLst>
                <a:ext uri="{FF2B5EF4-FFF2-40B4-BE49-F238E27FC236}">
                  <a16:creationId xmlns:a16="http://schemas.microsoft.com/office/drawing/2014/main" id="{C68BBA4A-98E5-9820-A1DE-FD4A013A653D}"/>
                </a:ext>
              </a:extLst>
            </p:cNvPr>
            <p:cNvSpPr/>
            <p:nvPr/>
          </p:nvSpPr>
          <p:spPr>
            <a:xfrm>
              <a:off x="603848" y="3643382"/>
              <a:ext cx="33020" cy="27940"/>
            </a:xfrm>
            <a:custGeom>
              <a:avLst/>
              <a:gdLst/>
              <a:ahLst/>
              <a:cxnLst/>
              <a:rect l="l" t="t" r="r" b="b"/>
              <a:pathLst>
                <a:path w="33020" h="27939">
                  <a:moveTo>
                    <a:pt x="32670" y="0"/>
                  </a:moveTo>
                  <a:lnTo>
                    <a:pt x="0" y="27708"/>
                  </a:lnTo>
                </a:path>
              </a:pathLst>
            </a:custGeom>
            <a:ln w="13989">
              <a:solidFill>
                <a:srgbClr val="000000"/>
              </a:solidFill>
            </a:ln>
          </p:spPr>
          <p:txBody>
            <a:bodyPr wrap="square" lIns="0" tIns="0" rIns="0" bIns="0" rtlCol="0"/>
            <a:lstStyle/>
            <a:p>
              <a:endParaRPr/>
            </a:p>
          </p:txBody>
        </p:sp>
      </p:grpSp>
      <p:sp>
        <p:nvSpPr>
          <p:cNvPr id="54" name="object 27">
            <a:extLst>
              <a:ext uri="{FF2B5EF4-FFF2-40B4-BE49-F238E27FC236}">
                <a16:creationId xmlns:a16="http://schemas.microsoft.com/office/drawing/2014/main" id="{225A075B-DC42-A44F-3A5E-E7BEF117BEA3}"/>
              </a:ext>
            </a:extLst>
          </p:cNvPr>
          <p:cNvSpPr txBox="1"/>
          <p:nvPr/>
        </p:nvSpPr>
        <p:spPr>
          <a:xfrm>
            <a:off x="1276588" y="4695627"/>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55" name="object 28">
            <a:extLst>
              <a:ext uri="{FF2B5EF4-FFF2-40B4-BE49-F238E27FC236}">
                <a16:creationId xmlns:a16="http://schemas.microsoft.com/office/drawing/2014/main" id="{F2179F78-2A8F-D2FB-6427-4475E62E72CB}"/>
              </a:ext>
            </a:extLst>
          </p:cNvPr>
          <p:cNvSpPr/>
          <p:nvPr/>
        </p:nvSpPr>
        <p:spPr>
          <a:xfrm>
            <a:off x="1961006" y="4621003"/>
            <a:ext cx="32384" cy="28575"/>
          </a:xfrm>
          <a:custGeom>
            <a:avLst/>
            <a:gdLst/>
            <a:ahLst/>
            <a:cxnLst/>
            <a:rect l="l" t="t" r="r" b="b"/>
            <a:pathLst>
              <a:path w="32384" h="28575">
                <a:moveTo>
                  <a:pt x="32067" y="0"/>
                </a:moveTo>
                <a:lnTo>
                  <a:pt x="0" y="28342"/>
                </a:lnTo>
              </a:path>
            </a:pathLst>
          </a:custGeom>
          <a:ln w="13989">
            <a:solidFill>
              <a:srgbClr val="000000"/>
            </a:solidFill>
          </a:ln>
        </p:spPr>
        <p:txBody>
          <a:bodyPr wrap="square" lIns="0" tIns="0" rIns="0" bIns="0" rtlCol="0"/>
          <a:lstStyle/>
          <a:p>
            <a:endParaRPr/>
          </a:p>
        </p:txBody>
      </p:sp>
      <p:sp>
        <p:nvSpPr>
          <p:cNvPr id="56" name="object 29">
            <a:extLst>
              <a:ext uri="{FF2B5EF4-FFF2-40B4-BE49-F238E27FC236}">
                <a16:creationId xmlns:a16="http://schemas.microsoft.com/office/drawing/2014/main" id="{A7C103A5-E332-0AAB-6A62-E33F968094C2}"/>
              </a:ext>
            </a:extLst>
          </p:cNvPr>
          <p:cNvSpPr txBox="1"/>
          <p:nvPr/>
        </p:nvSpPr>
        <p:spPr>
          <a:xfrm>
            <a:off x="1727193" y="4846428"/>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57" name="object 30">
            <a:extLst>
              <a:ext uri="{FF2B5EF4-FFF2-40B4-BE49-F238E27FC236}">
                <a16:creationId xmlns:a16="http://schemas.microsoft.com/office/drawing/2014/main" id="{2C94F09E-8F6C-04E8-E076-0478CA5DDD40}"/>
              </a:ext>
            </a:extLst>
          </p:cNvPr>
          <p:cNvSpPr/>
          <p:nvPr/>
        </p:nvSpPr>
        <p:spPr>
          <a:xfrm>
            <a:off x="2421827" y="4771149"/>
            <a:ext cx="31750" cy="29209"/>
          </a:xfrm>
          <a:custGeom>
            <a:avLst/>
            <a:gdLst/>
            <a:ahLst/>
            <a:cxnLst/>
            <a:rect l="l" t="t" r="r" b="b"/>
            <a:pathLst>
              <a:path w="31750" h="29210">
                <a:moveTo>
                  <a:pt x="31425" y="0"/>
                </a:moveTo>
                <a:lnTo>
                  <a:pt x="0" y="28999"/>
                </a:lnTo>
              </a:path>
            </a:pathLst>
          </a:custGeom>
          <a:ln w="13989">
            <a:solidFill>
              <a:srgbClr val="000000"/>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58" name="object 31">
                <a:extLst>
                  <a:ext uri="{FF2B5EF4-FFF2-40B4-BE49-F238E27FC236}">
                    <a16:creationId xmlns:a16="http://schemas.microsoft.com/office/drawing/2014/main" id="{F51A4D29-3157-61D8-4E34-D263FBE49603}"/>
                  </a:ext>
                </a:extLst>
              </p:cNvPr>
              <p:cNvSpPr txBox="1"/>
              <p:nvPr/>
            </p:nvSpPr>
            <p:spPr>
              <a:xfrm>
                <a:off x="2096243" y="4955145"/>
                <a:ext cx="340360" cy="484748"/>
              </a:xfrm>
              <a:prstGeom prst="rect">
                <a:avLst/>
              </a:prstGeom>
            </p:spPr>
            <p:txBody>
              <a:bodyPr vert="horz" wrap="square" lIns="0" tIns="60960" rIns="0" bIns="0" rtlCol="0">
                <a:spAutoFit/>
              </a:bodyPr>
              <a:lstStyle/>
              <a:p>
                <a:pPr marL="104139">
                  <a:spcBef>
                    <a:spcPts val="480"/>
                  </a:spcBef>
                </a:pPr>
                <a:r>
                  <a:rPr lang="en-GB" sz="1350" spc="-25" dirty="0">
                    <a:latin typeface="Times New Roman"/>
                    <a:cs typeface="Times New Roman"/>
                  </a:rPr>
                  <a:t>1</a:t>
                </a:r>
                <a:r>
                  <a:rPr lang="en-GB" sz="1350" i="1" spc="-25" dirty="0">
                    <a:latin typeface="Arial"/>
                    <a:cs typeface="Arial"/>
                  </a:rPr>
                  <a:t>.</a:t>
                </a:r>
                <a:r>
                  <a:rPr lang="en-GB" sz="1350" spc="-25" dirty="0">
                    <a:latin typeface="Times New Roman"/>
                    <a:cs typeface="Times New Roman"/>
                  </a:rPr>
                  <a:t>0</a:t>
                </a:r>
                <a:endParaRPr lang="en-GB" sz="1350" dirty="0">
                  <a:latin typeface="Times New Roman"/>
                  <a:cs typeface="Times New Roman"/>
                </a:endParaRPr>
              </a:p>
              <a:p>
                <a:pPr marL="12700">
                  <a:spcBef>
                    <a:spcPts val="385"/>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1</m:t>
                          </m:r>
                        </m:sub>
                      </m:sSub>
                    </m:oMath>
                  </m:oMathPara>
                </a14:m>
                <a:endParaRPr sz="1350" dirty="0">
                  <a:latin typeface="Arial"/>
                  <a:cs typeface="Arial"/>
                </a:endParaRPr>
              </a:p>
            </p:txBody>
          </p:sp>
        </mc:Choice>
        <mc:Fallback xmlns="">
          <p:sp>
            <p:nvSpPr>
              <p:cNvPr id="58" name="object 31">
                <a:extLst>
                  <a:ext uri="{FF2B5EF4-FFF2-40B4-BE49-F238E27FC236}">
                    <a16:creationId xmlns:a16="http://schemas.microsoft.com/office/drawing/2014/main" id="{F51A4D29-3157-61D8-4E34-D263FBE49603}"/>
                  </a:ext>
                </a:extLst>
              </p:cNvPr>
              <p:cNvSpPr txBox="1">
                <a:spLocks noRot="1" noChangeAspect="1" noMove="1" noResize="1" noEditPoints="1" noAdjustHandles="1" noChangeArrowheads="1" noChangeShapeType="1" noTextEdit="1"/>
              </p:cNvSpPr>
              <p:nvPr/>
            </p:nvSpPr>
            <p:spPr>
              <a:xfrm>
                <a:off x="2096243" y="4955145"/>
                <a:ext cx="340360" cy="484748"/>
              </a:xfrm>
              <a:prstGeom prst="rect">
                <a:avLst/>
              </a:prstGeom>
              <a:blipFill>
                <a:blip r:embed="rId4"/>
                <a:stretch>
                  <a:fillRect r="-22222" b="-7692"/>
                </a:stretch>
              </a:blipFill>
            </p:spPr>
            <p:txBody>
              <a:bodyPr/>
              <a:lstStyle/>
              <a:p>
                <a:r>
                  <a:rPr lang="en-US">
                    <a:noFill/>
                  </a:rPr>
                  <a:t> </a:t>
                </a:r>
              </a:p>
            </p:txBody>
          </p:sp>
        </mc:Fallback>
      </mc:AlternateContent>
      <p:sp>
        <p:nvSpPr>
          <p:cNvPr id="59" name="object 32">
            <a:extLst>
              <a:ext uri="{FF2B5EF4-FFF2-40B4-BE49-F238E27FC236}">
                <a16:creationId xmlns:a16="http://schemas.microsoft.com/office/drawing/2014/main" id="{6B7223D3-1F58-1232-54CE-4D3C76CD242E}"/>
              </a:ext>
            </a:extLst>
          </p:cNvPr>
          <p:cNvSpPr/>
          <p:nvPr/>
        </p:nvSpPr>
        <p:spPr>
          <a:xfrm>
            <a:off x="2893389" y="3974330"/>
            <a:ext cx="1780539" cy="1164590"/>
          </a:xfrm>
          <a:custGeom>
            <a:avLst/>
            <a:gdLst/>
            <a:ahLst/>
            <a:cxnLst/>
            <a:rect l="l" t="t" r="r" b="b"/>
            <a:pathLst>
              <a:path w="1780539" h="1164589">
                <a:moveTo>
                  <a:pt x="30747" y="950455"/>
                </a:moveTo>
                <a:lnTo>
                  <a:pt x="0" y="980134"/>
                </a:lnTo>
              </a:path>
              <a:path w="1780539" h="1164589">
                <a:moveTo>
                  <a:pt x="512710" y="1107709"/>
                </a:moveTo>
                <a:lnTo>
                  <a:pt x="482683" y="1138090"/>
                </a:lnTo>
              </a:path>
              <a:path w="1780539" h="1164589">
                <a:moveTo>
                  <a:pt x="1780179" y="0"/>
                </a:moveTo>
                <a:lnTo>
                  <a:pt x="645504" y="1164456"/>
                </a:lnTo>
              </a:path>
            </a:pathLst>
          </a:custGeom>
          <a:ln w="13989">
            <a:solidFill>
              <a:srgbClr val="000000"/>
            </a:solidFill>
          </a:ln>
        </p:spPr>
        <p:txBody>
          <a:bodyPr wrap="square" lIns="0" tIns="0" rIns="0" bIns="0" rtlCol="0"/>
          <a:lstStyle/>
          <a:p>
            <a:endParaRPr/>
          </a:p>
        </p:txBody>
      </p:sp>
      <p:sp>
        <p:nvSpPr>
          <p:cNvPr id="60" name="object 33">
            <a:extLst>
              <a:ext uri="{FF2B5EF4-FFF2-40B4-BE49-F238E27FC236}">
                <a16:creationId xmlns:a16="http://schemas.microsoft.com/office/drawing/2014/main" id="{1BB9B630-B89A-EAA8-5ECA-137C63EE5941}"/>
              </a:ext>
            </a:extLst>
          </p:cNvPr>
          <p:cNvSpPr txBox="1"/>
          <p:nvPr/>
        </p:nvSpPr>
        <p:spPr>
          <a:xfrm>
            <a:off x="2660016" y="5158610"/>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61" name="object 34">
            <a:extLst>
              <a:ext uri="{FF2B5EF4-FFF2-40B4-BE49-F238E27FC236}">
                <a16:creationId xmlns:a16="http://schemas.microsoft.com/office/drawing/2014/main" id="{22C7AC7E-A682-304A-AF15-9F04D918651A}"/>
              </a:ext>
            </a:extLst>
          </p:cNvPr>
          <p:cNvSpPr txBox="1"/>
          <p:nvPr/>
        </p:nvSpPr>
        <p:spPr>
          <a:xfrm>
            <a:off x="3142980" y="5320240"/>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mc:AlternateContent xmlns:mc="http://schemas.openxmlformats.org/markup-compatibility/2006" xmlns:a14="http://schemas.microsoft.com/office/drawing/2010/main">
        <mc:Choice Requires="a14">
          <p:sp>
            <p:nvSpPr>
              <p:cNvPr id="62" name="object 35">
                <a:extLst>
                  <a:ext uri="{FF2B5EF4-FFF2-40B4-BE49-F238E27FC236}">
                    <a16:creationId xmlns:a16="http://schemas.microsoft.com/office/drawing/2014/main" id="{AACC70FE-75EC-4EDF-3261-297AB11C4916}"/>
                  </a:ext>
                </a:extLst>
              </p:cNvPr>
              <p:cNvSpPr txBox="1"/>
              <p:nvPr/>
            </p:nvSpPr>
            <p:spPr>
              <a:xfrm>
                <a:off x="4420679" y="4892326"/>
                <a:ext cx="122555" cy="230832"/>
              </a:xfrm>
              <a:prstGeom prst="rect">
                <a:avLst/>
              </a:prstGeom>
            </p:spPr>
            <p:txBody>
              <a:bodyPr vert="horz" wrap="square" lIns="0" tIns="15240" rIns="0" bIns="0" rtlCol="0">
                <a:spAutoFit/>
              </a:bodyPr>
              <a:lstStyle/>
              <a:p>
                <a:pPr marL="12700">
                  <a:spcBef>
                    <a:spcPts val="120"/>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0</m:t>
                          </m:r>
                        </m:sub>
                      </m:sSub>
                    </m:oMath>
                  </m:oMathPara>
                </a14:m>
                <a:endParaRPr sz="1400" dirty="0">
                  <a:latin typeface="Arial"/>
                  <a:cs typeface="Arial"/>
                </a:endParaRPr>
              </a:p>
            </p:txBody>
          </p:sp>
        </mc:Choice>
        <mc:Fallback xmlns="">
          <p:sp>
            <p:nvSpPr>
              <p:cNvPr id="62" name="object 35">
                <a:extLst>
                  <a:ext uri="{FF2B5EF4-FFF2-40B4-BE49-F238E27FC236}">
                    <a16:creationId xmlns:a16="http://schemas.microsoft.com/office/drawing/2014/main" id="{AACC70FE-75EC-4EDF-3261-297AB11C4916}"/>
                  </a:ext>
                </a:extLst>
              </p:cNvPr>
              <p:cNvSpPr txBox="1">
                <a:spLocks noRot="1" noChangeAspect="1" noMove="1" noResize="1" noEditPoints="1" noAdjustHandles="1" noChangeArrowheads="1" noChangeShapeType="1" noTextEdit="1"/>
              </p:cNvSpPr>
              <p:nvPr/>
            </p:nvSpPr>
            <p:spPr>
              <a:xfrm>
                <a:off x="4420679" y="4892326"/>
                <a:ext cx="122555" cy="230832"/>
              </a:xfrm>
              <a:prstGeom prst="rect">
                <a:avLst/>
              </a:prstGeom>
              <a:blipFill>
                <a:blip r:embed="rId5"/>
                <a:stretch>
                  <a:fillRect l="-30000" r="-110000" b="-15789"/>
                </a:stretch>
              </a:blipFill>
            </p:spPr>
            <p:txBody>
              <a:bodyPr/>
              <a:lstStyle/>
              <a:p>
                <a:r>
                  <a:rPr lang="en-US">
                    <a:noFill/>
                  </a:rPr>
                  <a:t> </a:t>
                </a:r>
              </a:p>
            </p:txBody>
          </p:sp>
        </mc:Fallback>
      </mc:AlternateContent>
      <p:grpSp>
        <p:nvGrpSpPr>
          <p:cNvPr id="63" name="object 36">
            <a:extLst>
              <a:ext uri="{FF2B5EF4-FFF2-40B4-BE49-F238E27FC236}">
                <a16:creationId xmlns:a16="http://schemas.microsoft.com/office/drawing/2014/main" id="{9EAE022D-6A99-FC2A-1B10-A9FD106AF55B}"/>
              </a:ext>
            </a:extLst>
          </p:cNvPr>
          <p:cNvGrpSpPr/>
          <p:nvPr/>
        </p:nvGrpSpPr>
        <p:grpSpPr>
          <a:xfrm>
            <a:off x="1409141" y="1919649"/>
            <a:ext cx="3205480" cy="3157855"/>
            <a:chOff x="502423" y="1088799"/>
            <a:chExt cx="3205480" cy="3157855"/>
          </a:xfrm>
        </p:grpSpPr>
        <p:sp>
          <p:nvSpPr>
            <p:cNvPr id="64" name="object 37">
              <a:extLst>
                <a:ext uri="{FF2B5EF4-FFF2-40B4-BE49-F238E27FC236}">
                  <a16:creationId xmlns:a16="http://schemas.microsoft.com/office/drawing/2014/main" id="{1C63CBAF-C6F7-96BD-766D-770EFE5A33A0}"/>
                </a:ext>
              </a:extLst>
            </p:cNvPr>
            <p:cNvSpPr/>
            <p:nvPr/>
          </p:nvSpPr>
          <p:spPr>
            <a:xfrm>
              <a:off x="509725" y="1096102"/>
              <a:ext cx="3190875" cy="3131820"/>
            </a:xfrm>
            <a:custGeom>
              <a:avLst/>
              <a:gdLst/>
              <a:ahLst/>
              <a:cxnLst/>
              <a:rect l="l" t="t" r="r" b="b"/>
              <a:pathLst>
                <a:path w="3190875" h="3131820">
                  <a:moveTo>
                    <a:pt x="0" y="837580"/>
                  </a:moveTo>
                  <a:lnTo>
                    <a:pt x="73083" y="2441725"/>
                  </a:lnTo>
                  <a:lnTo>
                    <a:pt x="2200959" y="3131264"/>
                  </a:lnTo>
                </a:path>
                <a:path w="3190875" h="3131820">
                  <a:moveTo>
                    <a:pt x="303981" y="615748"/>
                  </a:moveTo>
                  <a:lnTo>
                    <a:pt x="362487" y="2199142"/>
                  </a:lnTo>
                  <a:lnTo>
                    <a:pt x="2463208" y="2862134"/>
                  </a:lnTo>
                </a:path>
                <a:path w="3190875" h="3131820">
                  <a:moveTo>
                    <a:pt x="596159" y="402529"/>
                  </a:moveTo>
                  <a:lnTo>
                    <a:pt x="641134" y="1965575"/>
                  </a:lnTo>
                  <a:lnTo>
                    <a:pt x="2715202" y="2603525"/>
                  </a:lnTo>
                </a:path>
                <a:path w="3190875" h="3131820">
                  <a:moveTo>
                    <a:pt x="877210" y="197431"/>
                  </a:moveTo>
                  <a:lnTo>
                    <a:pt x="909610" y="1740533"/>
                  </a:lnTo>
                  <a:lnTo>
                    <a:pt x="2957534" y="2354833"/>
                  </a:lnTo>
                </a:path>
                <a:path w="3190875" h="3131820">
                  <a:moveTo>
                    <a:pt x="1147755" y="0"/>
                  </a:moveTo>
                  <a:lnTo>
                    <a:pt x="1168465" y="1523556"/>
                  </a:lnTo>
                  <a:lnTo>
                    <a:pt x="3190747" y="2115498"/>
                  </a:lnTo>
                </a:path>
              </a:pathLst>
            </a:custGeom>
            <a:ln w="13989">
              <a:solidFill>
                <a:srgbClr val="B0B0B0"/>
              </a:solidFill>
            </a:ln>
          </p:spPr>
          <p:txBody>
            <a:bodyPr wrap="square" lIns="0" tIns="0" rIns="0" bIns="0" rtlCol="0"/>
            <a:lstStyle/>
            <a:p>
              <a:endParaRPr/>
            </a:p>
          </p:txBody>
        </p:sp>
        <p:sp>
          <p:nvSpPr>
            <p:cNvPr id="65" name="object 38">
              <a:extLst>
                <a:ext uri="{FF2B5EF4-FFF2-40B4-BE49-F238E27FC236}">
                  <a16:creationId xmlns:a16="http://schemas.microsoft.com/office/drawing/2014/main" id="{9950002D-CACC-DE52-A5EE-E55A5D52D2F7}"/>
                </a:ext>
              </a:extLst>
            </p:cNvPr>
            <p:cNvSpPr/>
            <p:nvPr/>
          </p:nvSpPr>
          <p:spPr>
            <a:xfrm>
              <a:off x="2692753" y="3952654"/>
              <a:ext cx="315595" cy="286385"/>
            </a:xfrm>
            <a:custGeom>
              <a:avLst/>
              <a:gdLst/>
              <a:ahLst/>
              <a:cxnLst/>
              <a:rect l="l" t="t" r="r" b="b"/>
              <a:pathLst>
                <a:path w="315594" h="286385">
                  <a:moveTo>
                    <a:pt x="0" y="268901"/>
                  </a:moveTo>
                  <a:lnTo>
                    <a:pt x="53842" y="286348"/>
                  </a:lnTo>
                </a:path>
                <a:path w="315594" h="286385">
                  <a:moveTo>
                    <a:pt x="262493" y="0"/>
                  </a:moveTo>
                  <a:lnTo>
                    <a:pt x="315594" y="16758"/>
                  </a:lnTo>
                </a:path>
              </a:pathLst>
            </a:custGeom>
            <a:ln w="13989">
              <a:solidFill>
                <a:srgbClr val="000000"/>
              </a:solidFill>
            </a:ln>
          </p:spPr>
          <p:txBody>
            <a:bodyPr wrap="square" lIns="0" tIns="0" rIns="0" bIns="0" rtlCol="0"/>
            <a:lstStyle/>
            <a:p>
              <a:endParaRPr/>
            </a:p>
          </p:txBody>
        </p:sp>
      </p:grpSp>
      <p:sp>
        <p:nvSpPr>
          <p:cNvPr id="66" name="object 39">
            <a:extLst>
              <a:ext uri="{FF2B5EF4-FFF2-40B4-BE49-F238E27FC236}">
                <a16:creationId xmlns:a16="http://schemas.microsoft.com/office/drawing/2014/main" id="{3CE5220A-C37F-D853-CBB9-83D2485314AD}"/>
              </a:ext>
            </a:extLst>
          </p:cNvPr>
          <p:cNvSpPr txBox="1"/>
          <p:nvPr/>
        </p:nvSpPr>
        <p:spPr>
          <a:xfrm>
            <a:off x="3650922" y="4891236"/>
            <a:ext cx="641985" cy="574040"/>
          </a:xfrm>
          <a:prstGeom prst="rect">
            <a:avLst/>
          </a:prstGeom>
        </p:spPr>
        <p:txBody>
          <a:bodyPr vert="horz" wrap="square" lIns="0" tIns="80010" rIns="0" bIns="0" rtlCol="0">
            <a:spAutoFit/>
          </a:bodyPr>
          <a:lstStyle/>
          <a:p>
            <a:pPr marL="270510">
              <a:spcBef>
                <a:spcPts val="630"/>
              </a:spcBef>
            </a:pPr>
            <a:r>
              <a:rPr lang="en-GB" sz="1350" spc="65" dirty="0">
                <a:latin typeface="Times New Roman"/>
                <a:cs typeface="Times New Roman"/>
              </a:rPr>
              <a:t>-</a:t>
            </a:r>
            <a:r>
              <a:rPr sz="1350" spc="65" dirty="0">
                <a:latin typeface="Times New Roman"/>
                <a:cs typeface="Times New Roman"/>
              </a:rPr>
              <a:t>0</a:t>
            </a:r>
            <a:r>
              <a:rPr sz="1350" i="1" spc="65" dirty="0">
                <a:latin typeface="Arial"/>
                <a:cs typeface="Arial"/>
              </a:rPr>
              <a:t>.</a:t>
            </a:r>
            <a:r>
              <a:rPr sz="1350" spc="65" dirty="0">
                <a:latin typeface="Times New Roman"/>
                <a:cs typeface="Times New Roman"/>
              </a:rPr>
              <a:t>5</a:t>
            </a:r>
            <a:endParaRPr sz="1350" dirty="0">
              <a:latin typeface="Times New Roman"/>
              <a:cs typeface="Times New Roman"/>
            </a:endParaRPr>
          </a:p>
          <a:p>
            <a:pPr marL="12700">
              <a:spcBef>
                <a:spcPts val="540"/>
              </a:spcBef>
            </a:pPr>
            <a:r>
              <a:rPr lang="en-GB" sz="1350" spc="65" dirty="0">
                <a:latin typeface="Times New Roman"/>
                <a:cs typeface="Times New Roman"/>
              </a:rPr>
              <a:t>-</a:t>
            </a:r>
            <a:r>
              <a:rPr sz="1350" spc="65" dirty="0">
                <a:latin typeface="Times New Roman"/>
                <a:cs typeface="Times New Roman"/>
              </a:rPr>
              <a:t>1</a:t>
            </a:r>
            <a:r>
              <a:rPr sz="1350" i="1" spc="65" dirty="0">
                <a:latin typeface="Arial"/>
                <a:cs typeface="Arial"/>
              </a:rPr>
              <a:t>.</a:t>
            </a:r>
            <a:r>
              <a:rPr sz="1350" spc="65" dirty="0">
                <a:latin typeface="Times New Roman"/>
                <a:cs typeface="Times New Roman"/>
              </a:rPr>
              <a:t>0</a:t>
            </a:r>
            <a:endParaRPr sz="1350" dirty="0">
              <a:latin typeface="Times New Roman"/>
              <a:cs typeface="Times New Roman"/>
            </a:endParaRPr>
          </a:p>
        </p:txBody>
      </p:sp>
      <p:grpSp>
        <p:nvGrpSpPr>
          <p:cNvPr id="67" name="object 40">
            <a:extLst>
              <a:ext uri="{FF2B5EF4-FFF2-40B4-BE49-F238E27FC236}">
                <a16:creationId xmlns:a16="http://schemas.microsoft.com/office/drawing/2014/main" id="{DBF69FBB-CE50-090F-0E27-D310D8498FE1}"/>
              </a:ext>
            </a:extLst>
          </p:cNvPr>
          <p:cNvGrpSpPr/>
          <p:nvPr/>
        </p:nvGrpSpPr>
        <p:grpSpPr>
          <a:xfrm>
            <a:off x="1326506" y="2020675"/>
            <a:ext cx="3454400" cy="2527935"/>
            <a:chOff x="419788" y="1189825"/>
            <a:chExt cx="3454400" cy="2527935"/>
          </a:xfrm>
        </p:grpSpPr>
        <p:sp>
          <p:nvSpPr>
            <p:cNvPr id="68" name="object 41">
              <a:extLst>
                <a:ext uri="{FF2B5EF4-FFF2-40B4-BE49-F238E27FC236}">
                  <a16:creationId xmlns:a16="http://schemas.microsoft.com/office/drawing/2014/main" id="{2716AD41-D668-31BA-68A1-CF51CB59FBF4}"/>
                </a:ext>
              </a:extLst>
            </p:cNvPr>
            <p:cNvSpPr/>
            <p:nvPr/>
          </p:nvSpPr>
          <p:spPr>
            <a:xfrm>
              <a:off x="3207483" y="1573268"/>
              <a:ext cx="631825" cy="2137410"/>
            </a:xfrm>
            <a:custGeom>
              <a:avLst/>
              <a:gdLst/>
              <a:ahLst/>
              <a:cxnLst/>
              <a:rect l="l" t="t" r="r" b="b"/>
              <a:pathLst>
                <a:path w="631825" h="2137410">
                  <a:moveTo>
                    <a:pt x="0" y="2120994"/>
                  </a:moveTo>
                  <a:lnTo>
                    <a:pt x="52375" y="2137103"/>
                  </a:lnTo>
                </a:path>
                <a:path w="631825" h="2137410">
                  <a:moveTo>
                    <a:pt x="242569" y="1872505"/>
                  </a:moveTo>
                  <a:lnTo>
                    <a:pt x="294232" y="1888003"/>
                  </a:lnTo>
                </a:path>
                <a:path w="631825" h="2137410">
                  <a:moveTo>
                    <a:pt x="476013" y="1633362"/>
                  </a:moveTo>
                  <a:lnTo>
                    <a:pt x="526984" y="1648282"/>
                  </a:lnTo>
                </a:path>
                <a:path w="631825" h="2137410">
                  <a:moveTo>
                    <a:pt x="559367" y="1570213"/>
                  </a:moveTo>
                  <a:lnTo>
                    <a:pt x="631271" y="0"/>
                  </a:lnTo>
                </a:path>
              </a:pathLst>
            </a:custGeom>
            <a:ln w="13989">
              <a:solidFill>
                <a:srgbClr val="000000"/>
              </a:solidFill>
            </a:ln>
          </p:spPr>
          <p:txBody>
            <a:bodyPr wrap="square" lIns="0" tIns="0" rIns="0" bIns="0" rtlCol="0"/>
            <a:lstStyle/>
            <a:p>
              <a:endParaRPr/>
            </a:p>
          </p:txBody>
        </p:sp>
        <p:sp>
          <p:nvSpPr>
            <p:cNvPr id="69" name="object 42">
              <a:extLst>
                <a:ext uri="{FF2B5EF4-FFF2-40B4-BE49-F238E27FC236}">
                  <a16:creationId xmlns:a16="http://schemas.microsoft.com/office/drawing/2014/main" id="{EE7402D5-C8CF-7B6E-1446-171E03D4DF83}"/>
                </a:ext>
              </a:extLst>
            </p:cNvPr>
            <p:cNvSpPr/>
            <p:nvPr/>
          </p:nvSpPr>
          <p:spPr>
            <a:xfrm>
              <a:off x="426783" y="1196820"/>
              <a:ext cx="3404870" cy="2087245"/>
            </a:xfrm>
            <a:custGeom>
              <a:avLst/>
              <a:gdLst/>
              <a:ahLst/>
              <a:cxnLst/>
              <a:rect l="l" t="t" r="r" b="b"/>
              <a:pathLst>
                <a:path w="3404870" h="2087245">
                  <a:moveTo>
                    <a:pt x="3354669" y="1627780"/>
                  </a:moveTo>
                  <a:lnTo>
                    <a:pt x="1321618" y="1052227"/>
                  </a:lnTo>
                  <a:lnTo>
                    <a:pt x="53774" y="2086957"/>
                  </a:lnTo>
                </a:path>
                <a:path w="3404870" h="2087245">
                  <a:moveTo>
                    <a:pt x="3370953" y="1272177"/>
                  </a:moveTo>
                  <a:lnTo>
                    <a:pt x="1317661" y="708198"/>
                  </a:lnTo>
                  <a:lnTo>
                    <a:pt x="36222" y="1722507"/>
                  </a:lnTo>
                </a:path>
                <a:path w="3404870" h="2087245">
                  <a:moveTo>
                    <a:pt x="3387569" y="909351"/>
                  </a:moveTo>
                  <a:lnTo>
                    <a:pt x="1313628" y="357519"/>
                  </a:lnTo>
                  <a:lnTo>
                    <a:pt x="18301" y="1350368"/>
                  </a:lnTo>
                </a:path>
                <a:path w="3404870" h="2087245">
                  <a:moveTo>
                    <a:pt x="3404524" y="539080"/>
                  </a:moveTo>
                  <a:lnTo>
                    <a:pt x="1309517" y="0"/>
                  </a:lnTo>
                  <a:lnTo>
                    <a:pt x="0" y="970294"/>
                  </a:lnTo>
                </a:path>
              </a:pathLst>
            </a:custGeom>
            <a:ln w="13989">
              <a:solidFill>
                <a:srgbClr val="B0B0B0"/>
              </a:solidFill>
            </a:ln>
          </p:spPr>
          <p:txBody>
            <a:bodyPr wrap="square" lIns="0" tIns="0" rIns="0" bIns="0" rtlCol="0"/>
            <a:lstStyle/>
            <a:p>
              <a:endParaRPr/>
            </a:p>
          </p:txBody>
        </p:sp>
        <p:sp>
          <p:nvSpPr>
            <p:cNvPr id="70" name="object 43">
              <a:extLst>
                <a:ext uri="{FF2B5EF4-FFF2-40B4-BE49-F238E27FC236}">
                  <a16:creationId xmlns:a16="http://schemas.microsoft.com/office/drawing/2014/main" id="{43BF85AE-13F0-CFE4-09B1-7D845804F44C}"/>
                </a:ext>
              </a:extLst>
            </p:cNvPr>
            <p:cNvSpPr/>
            <p:nvPr/>
          </p:nvSpPr>
          <p:spPr>
            <a:xfrm>
              <a:off x="3764383" y="1731367"/>
              <a:ext cx="102235" cy="1102995"/>
            </a:xfrm>
            <a:custGeom>
              <a:avLst/>
              <a:gdLst/>
              <a:ahLst/>
              <a:cxnLst/>
              <a:rect l="l" t="t" r="r" b="b"/>
              <a:pathLst>
                <a:path w="102235" h="1102995">
                  <a:moveTo>
                    <a:pt x="0" y="1088399"/>
                  </a:moveTo>
                  <a:lnTo>
                    <a:pt x="51250" y="1102908"/>
                  </a:lnTo>
                </a:path>
                <a:path w="102235" h="1102995">
                  <a:moveTo>
                    <a:pt x="16105" y="732892"/>
                  </a:moveTo>
                  <a:lnTo>
                    <a:pt x="67891" y="747116"/>
                  </a:lnTo>
                </a:path>
                <a:path w="102235" h="1102995">
                  <a:moveTo>
                    <a:pt x="32538" y="370164"/>
                  </a:moveTo>
                  <a:lnTo>
                    <a:pt x="84871" y="384089"/>
                  </a:lnTo>
                </a:path>
                <a:path w="102235" h="1102995">
                  <a:moveTo>
                    <a:pt x="49308" y="0"/>
                  </a:moveTo>
                  <a:lnTo>
                    <a:pt x="102199" y="13608"/>
                  </a:lnTo>
                </a:path>
              </a:pathLst>
            </a:custGeom>
            <a:ln w="13989">
              <a:solidFill>
                <a:srgbClr val="000000"/>
              </a:solidFill>
            </a:ln>
          </p:spPr>
          <p:txBody>
            <a:bodyPr wrap="square" lIns="0" tIns="0" rIns="0" bIns="0" rtlCol="0"/>
            <a:lstStyle/>
            <a:p>
              <a:endParaRPr/>
            </a:p>
          </p:txBody>
        </p:sp>
        <p:pic>
          <p:nvPicPr>
            <p:cNvPr id="71" name="object 44">
              <a:extLst>
                <a:ext uri="{FF2B5EF4-FFF2-40B4-BE49-F238E27FC236}">
                  <a16:creationId xmlns:a16="http://schemas.microsoft.com/office/drawing/2014/main" id="{22340119-3646-39FA-61DB-C084B41DC1A2}"/>
                </a:ext>
              </a:extLst>
            </p:cNvPr>
            <p:cNvPicPr/>
            <p:nvPr/>
          </p:nvPicPr>
          <p:blipFill>
            <a:blip r:embed="rId6" cstate="print"/>
            <a:stretch>
              <a:fillRect/>
            </a:stretch>
          </p:blipFill>
          <p:spPr>
            <a:xfrm>
              <a:off x="651362" y="1286718"/>
              <a:ext cx="2976175" cy="2153961"/>
            </a:xfrm>
            <a:prstGeom prst="rect">
              <a:avLst/>
            </a:prstGeom>
          </p:spPr>
        </p:pic>
      </p:grpSp>
      <p:sp>
        <p:nvSpPr>
          <p:cNvPr id="72" name="object 45">
            <a:extLst>
              <a:ext uri="{FF2B5EF4-FFF2-40B4-BE49-F238E27FC236}">
                <a16:creationId xmlns:a16="http://schemas.microsoft.com/office/drawing/2014/main" id="{6F773BEA-1BF7-5BC2-D68A-E19B2742C95F}"/>
              </a:ext>
            </a:extLst>
          </p:cNvPr>
          <p:cNvSpPr txBox="1"/>
          <p:nvPr/>
        </p:nvSpPr>
        <p:spPr>
          <a:xfrm>
            <a:off x="4224464" y="4692896"/>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73" name="object 46">
            <a:extLst>
              <a:ext uri="{FF2B5EF4-FFF2-40B4-BE49-F238E27FC236}">
                <a16:creationId xmlns:a16="http://schemas.microsoft.com/office/drawing/2014/main" id="{B90B4D84-C0CB-F067-5FBB-C88CD37AE8CE}"/>
              </a:ext>
            </a:extLst>
          </p:cNvPr>
          <p:cNvSpPr txBox="1"/>
          <p:nvPr/>
        </p:nvSpPr>
        <p:spPr>
          <a:xfrm>
            <a:off x="4462803" y="4439711"/>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74" name="object 47">
            <a:extLst>
              <a:ext uri="{FF2B5EF4-FFF2-40B4-BE49-F238E27FC236}">
                <a16:creationId xmlns:a16="http://schemas.microsoft.com/office/drawing/2014/main" id="{7553F7A8-5BA5-62D3-0610-0D518C308FCD}"/>
              </a:ext>
            </a:extLst>
          </p:cNvPr>
          <p:cNvSpPr txBox="1"/>
          <p:nvPr/>
        </p:nvSpPr>
        <p:spPr>
          <a:xfrm>
            <a:off x="4692167" y="4196059"/>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75" name="object 48">
            <a:extLst>
              <a:ext uri="{FF2B5EF4-FFF2-40B4-BE49-F238E27FC236}">
                <a16:creationId xmlns:a16="http://schemas.microsoft.com/office/drawing/2014/main" id="{83F5CB19-0FAD-9888-D9D5-7792FF5D84C7}"/>
              </a:ext>
            </a:extLst>
          </p:cNvPr>
          <p:cNvSpPr txBox="1"/>
          <p:nvPr/>
        </p:nvSpPr>
        <p:spPr>
          <a:xfrm rot="16200000">
            <a:off x="5197510" y="3026749"/>
            <a:ext cx="425471" cy="171450"/>
          </a:xfrm>
          <a:prstGeom prst="rect">
            <a:avLst/>
          </a:prstGeom>
        </p:spPr>
        <p:txBody>
          <a:bodyPr vert="horz" wrap="square" lIns="0" tIns="0" rIns="0" bIns="0" rtlCol="0">
            <a:spAutoFit/>
          </a:bodyPr>
          <a:lstStyle/>
          <a:p>
            <a:pPr>
              <a:lnSpc>
                <a:spcPts val="1335"/>
              </a:lnSpc>
            </a:pPr>
            <a:r>
              <a:rPr sz="1350" spc="-10" dirty="0">
                <a:latin typeface="Arial"/>
                <a:cs typeface="Arial"/>
              </a:rPr>
              <a:t>Error</a:t>
            </a:r>
            <a:endParaRPr sz="1350" dirty="0">
              <a:latin typeface="Arial"/>
              <a:cs typeface="Arial"/>
            </a:endParaRPr>
          </a:p>
        </p:txBody>
      </p:sp>
      <p:sp>
        <p:nvSpPr>
          <p:cNvPr id="76" name="object 49">
            <a:extLst>
              <a:ext uri="{FF2B5EF4-FFF2-40B4-BE49-F238E27FC236}">
                <a16:creationId xmlns:a16="http://schemas.microsoft.com/office/drawing/2014/main" id="{249D77BD-4FF5-7124-6A00-50D0770F0193}"/>
              </a:ext>
            </a:extLst>
          </p:cNvPr>
          <p:cNvSpPr txBox="1"/>
          <p:nvPr/>
        </p:nvSpPr>
        <p:spPr>
          <a:xfrm>
            <a:off x="4885902" y="3547905"/>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77" name="object 50">
            <a:extLst>
              <a:ext uri="{FF2B5EF4-FFF2-40B4-BE49-F238E27FC236}">
                <a16:creationId xmlns:a16="http://schemas.microsoft.com/office/drawing/2014/main" id="{302771AC-C6C7-3E4B-84DC-2770FFA9807C}"/>
              </a:ext>
            </a:extLst>
          </p:cNvPr>
          <p:cNvSpPr txBox="1"/>
          <p:nvPr/>
        </p:nvSpPr>
        <p:spPr>
          <a:xfrm>
            <a:off x="4905348" y="3193183"/>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78" name="object 51">
            <a:extLst>
              <a:ext uri="{FF2B5EF4-FFF2-40B4-BE49-F238E27FC236}">
                <a16:creationId xmlns:a16="http://schemas.microsoft.com/office/drawing/2014/main" id="{0EBC6E68-706C-8E12-AA9C-3DEEFF1A3D17}"/>
              </a:ext>
            </a:extLst>
          </p:cNvPr>
          <p:cNvSpPr txBox="1"/>
          <p:nvPr/>
        </p:nvSpPr>
        <p:spPr>
          <a:xfrm>
            <a:off x="4925187" y="2831282"/>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79" name="object 52">
            <a:extLst>
              <a:ext uri="{FF2B5EF4-FFF2-40B4-BE49-F238E27FC236}">
                <a16:creationId xmlns:a16="http://schemas.microsoft.com/office/drawing/2014/main" id="{4037C2FF-B34F-95BC-7E75-67CAF5060938}"/>
              </a:ext>
            </a:extLst>
          </p:cNvPr>
          <p:cNvSpPr txBox="1"/>
          <p:nvPr/>
        </p:nvSpPr>
        <p:spPr>
          <a:xfrm>
            <a:off x="4945432" y="2461985"/>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grpSp>
        <p:nvGrpSpPr>
          <p:cNvPr id="80" name="Group 79">
            <a:extLst>
              <a:ext uri="{FF2B5EF4-FFF2-40B4-BE49-F238E27FC236}">
                <a16:creationId xmlns:a16="http://schemas.microsoft.com/office/drawing/2014/main" id="{F99EE63F-AE9D-D63E-2EFC-152824A137F7}"/>
              </a:ext>
            </a:extLst>
          </p:cNvPr>
          <p:cNvGrpSpPr/>
          <p:nvPr/>
        </p:nvGrpSpPr>
        <p:grpSpPr>
          <a:xfrm>
            <a:off x="2740981" y="2513896"/>
            <a:ext cx="45000" cy="46800"/>
            <a:chOff x="1834263" y="1683047"/>
            <a:chExt cx="45000" cy="46800"/>
          </a:xfrm>
        </p:grpSpPr>
        <mc:AlternateContent xmlns:mc="http://schemas.openxmlformats.org/markup-compatibility/2006" xmlns:p14="http://schemas.microsoft.com/office/powerpoint/2010/main">
          <mc:Choice Requires="p14">
            <p:contentPart p14:bwMode="auto" r:id="rId7">
              <p14:nvContentPartPr>
                <p14:cNvPr id="81" name="Ink 80">
                  <a:extLst>
                    <a:ext uri="{FF2B5EF4-FFF2-40B4-BE49-F238E27FC236}">
                      <a16:creationId xmlns:a16="http://schemas.microsoft.com/office/drawing/2014/main" id="{87A4544D-F0FF-9B0F-7759-5BDFD59C8060}"/>
                    </a:ext>
                  </a:extLst>
                </p14:cNvPr>
                <p14:cNvContentPartPr/>
                <p14:nvPr/>
              </p14:nvContentPartPr>
              <p14:xfrm>
                <a:off x="1841823" y="1705007"/>
                <a:ext cx="360" cy="360"/>
              </p14:xfrm>
            </p:contentPart>
          </mc:Choice>
          <mc:Fallback xmlns="">
            <p:pic>
              <p:nvPicPr>
                <p:cNvPr id="3" name="Ink 2">
                  <a:extLst>
                    <a:ext uri="{FF2B5EF4-FFF2-40B4-BE49-F238E27FC236}">
                      <a16:creationId xmlns:a16="http://schemas.microsoft.com/office/drawing/2014/main" id="{1E3D7C5C-F2E5-A0A1-6573-648164F724BA}"/>
                    </a:ext>
                  </a:extLst>
                </p:cNvPr>
                <p:cNvPicPr/>
                <p:nvPr/>
              </p:nvPicPr>
              <p:blipFill>
                <a:blip r:embed="rId11"/>
                <a:stretch>
                  <a:fillRect/>
                </a:stretch>
              </p:blipFill>
              <p:spPr>
                <a:xfrm>
                  <a:off x="1823823" y="168700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2" name="Ink 81">
                  <a:extLst>
                    <a:ext uri="{FF2B5EF4-FFF2-40B4-BE49-F238E27FC236}">
                      <a16:creationId xmlns:a16="http://schemas.microsoft.com/office/drawing/2014/main" id="{16D58962-8E83-805E-9284-44BD03AB857A}"/>
                    </a:ext>
                  </a:extLst>
                </p14:cNvPr>
                <p14:cNvContentPartPr/>
                <p14:nvPr/>
              </p14:nvContentPartPr>
              <p14:xfrm>
                <a:off x="1841823" y="1705007"/>
                <a:ext cx="360" cy="360"/>
              </p14:xfrm>
            </p:contentPart>
          </mc:Choice>
          <mc:Fallback xmlns="">
            <p:pic>
              <p:nvPicPr>
                <p:cNvPr id="6" name="Ink 5">
                  <a:extLst>
                    <a:ext uri="{FF2B5EF4-FFF2-40B4-BE49-F238E27FC236}">
                      <a16:creationId xmlns:a16="http://schemas.microsoft.com/office/drawing/2014/main" id="{BB655206-04AB-E5CC-5710-519759CE4DBC}"/>
                    </a:ext>
                  </a:extLst>
                </p:cNvPr>
                <p:cNvPicPr/>
                <p:nvPr/>
              </p:nvPicPr>
              <p:blipFill>
                <a:blip r:embed="rId11"/>
                <a:stretch>
                  <a:fillRect/>
                </a:stretch>
              </p:blipFill>
              <p:spPr>
                <a:xfrm>
                  <a:off x="1823823" y="168700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3" name="Ink 82">
                  <a:extLst>
                    <a:ext uri="{FF2B5EF4-FFF2-40B4-BE49-F238E27FC236}">
                      <a16:creationId xmlns:a16="http://schemas.microsoft.com/office/drawing/2014/main" id="{F7E7A7C6-90AB-672C-0711-944F223A1577}"/>
                    </a:ext>
                  </a:extLst>
                </p14:cNvPr>
                <p14:cNvContentPartPr/>
                <p14:nvPr/>
              </p14:nvContentPartPr>
              <p14:xfrm>
                <a:off x="1834263" y="1683047"/>
                <a:ext cx="45000" cy="46800"/>
              </p14:xfrm>
            </p:contentPart>
          </mc:Choice>
          <mc:Fallback xmlns="">
            <p:pic>
              <p:nvPicPr>
                <p:cNvPr id="9" name="Ink 8">
                  <a:extLst>
                    <a:ext uri="{FF2B5EF4-FFF2-40B4-BE49-F238E27FC236}">
                      <a16:creationId xmlns:a16="http://schemas.microsoft.com/office/drawing/2014/main" id="{7076859D-D93E-D6F2-611C-8AF87F1E6D5D}"/>
                    </a:ext>
                  </a:extLst>
                </p:cNvPr>
                <p:cNvPicPr/>
                <p:nvPr/>
              </p:nvPicPr>
              <p:blipFill>
                <a:blip r:embed="rId14"/>
                <a:stretch>
                  <a:fillRect/>
                </a:stretch>
              </p:blipFill>
              <p:spPr>
                <a:xfrm>
                  <a:off x="1816263" y="1665047"/>
                  <a:ext cx="80640" cy="82440"/>
                </a:xfrm>
                <a:prstGeom prst="rect">
                  <a:avLst/>
                </a:prstGeom>
              </p:spPr>
            </p:pic>
          </mc:Fallback>
        </mc:AlternateContent>
      </p:grpSp>
      <p:grpSp>
        <p:nvGrpSpPr>
          <p:cNvPr id="84" name="object 16">
            <a:extLst>
              <a:ext uri="{FF2B5EF4-FFF2-40B4-BE49-F238E27FC236}">
                <a16:creationId xmlns:a16="http://schemas.microsoft.com/office/drawing/2014/main" id="{0CFFEA4E-83BE-3F95-EBC2-BD36043A63E5}"/>
              </a:ext>
            </a:extLst>
          </p:cNvPr>
          <p:cNvGrpSpPr/>
          <p:nvPr/>
        </p:nvGrpSpPr>
        <p:grpSpPr>
          <a:xfrm>
            <a:off x="6489960" y="1690688"/>
            <a:ext cx="3698875" cy="3582035"/>
            <a:chOff x="313151" y="966056"/>
            <a:chExt cx="3698875" cy="3582035"/>
          </a:xfrm>
        </p:grpSpPr>
        <p:sp>
          <p:nvSpPr>
            <p:cNvPr id="85" name="object 17">
              <a:extLst>
                <a:ext uri="{FF2B5EF4-FFF2-40B4-BE49-F238E27FC236}">
                  <a16:creationId xmlns:a16="http://schemas.microsoft.com/office/drawing/2014/main" id="{113870A4-C86F-C962-96FC-4663C4E504D4}"/>
                </a:ext>
              </a:extLst>
            </p:cNvPr>
            <p:cNvSpPr/>
            <p:nvPr/>
          </p:nvSpPr>
          <p:spPr>
            <a:xfrm>
              <a:off x="313151" y="966056"/>
              <a:ext cx="3698875" cy="3582035"/>
            </a:xfrm>
            <a:custGeom>
              <a:avLst/>
              <a:gdLst/>
              <a:ahLst/>
              <a:cxnLst/>
              <a:rect l="l" t="t" r="r" b="b"/>
              <a:pathLst>
                <a:path w="3698875" h="3582035">
                  <a:moveTo>
                    <a:pt x="0" y="3581842"/>
                  </a:moveTo>
                  <a:lnTo>
                    <a:pt x="3698401" y="3581842"/>
                  </a:lnTo>
                  <a:lnTo>
                    <a:pt x="3698401" y="0"/>
                  </a:lnTo>
                  <a:lnTo>
                    <a:pt x="0" y="0"/>
                  </a:lnTo>
                  <a:lnTo>
                    <a:pt x="0" y="3581842"/>
                  </a:lnTo>
                  <a:close/>
                </a:path>
              </a:pathLst>
            </a:custGeom>
            <a:solidFill>
              <a:srgbClr val="FFFFFF"/>
            </a:solidFill>
          </p:spPr>
          <p:txBody>
            <a:bodyPr wrap="square" lIns="0" tIns="0" rIns="0" bIns="0" rtlCol="0"/>
            <a:lstStyle/>
            <a:p>
              <a:endParaRPr/>
            </a:p>
          </p:txBody>
        </p:sp>
        <p:sp>
          <p:nvSpPr>
            <p:cNvPr id="86" name="object 18">
              <a:extLst>
                <a:ext uri="{FF2B5EF4-FFF2-40B4-BE49-F238E27FC236}">
                  <a16:creationId xmlns:a16="http://schemas.microsoft.com/office/drawing/2014/main" id="{B6F71634-22B7-093D-711E-405356E13D9B}"/>
                </a:ext>
              </a:extLst>
            </p:cNvPr>
            <p:cNvSpPr/>
            <p:nvPr/>
          </p:nvSpPr>
          <p:spPr>
            <a:xfrm>
              <a:off x="418739" y="1039900"/>
              <a:ext cx="1333500" cy="2570480"/>
            </a:xfrm>
            <a:custGeom>
              <a:avLst/>
              <a:gdLst/>
              <a:ahLst/>
              <a:cxnLst/>
              <a:rect l="l" t="t" r="r" b="b"/>
              <a:pathLst>
                <a:path w="1333500" h="2570479">
                  <a:moveTo>
                    <a:pt x="1315756" y="0"/>
                  </a:moveTo>
                  <a:lnTo>
                    <a:pt x="0" y="960179"/>
                  </a:lnTo>
                  <a:lnTo>
                    <a:pt x="77544" y="2570455"/>
                  </a:lnTo>
                  <a:lnTo>
                    <a:pt x="1333212" y="1517929"/>
                  </a:lnTo>
                  <a:lnTo>
                    <a:pt x="1315756" y="0"/>
                  </a:lnTo>
                  <a:close/>
                </a:path>
              </a:pathLst>
            </a:custGeom>
            <a:solidFill>
              <a:srgbClr val="F2F2F2">
                <a:alpha val="50000"/>
              </a:srgbClr>
            </a:solidFill>
          </p:spPr>
          <p:txBody>
            <a:bodyPr wrap="square" lIns="0" tIns="0" rIns="0" bIns="0" rtlCol="0"/>
            <a:lstStyle/>
            <a:p>
              <a:endParaRPr/>
            </a:p>
          </p:txBody>
        </p:sp>
        <p:sp>
          <p:nvSpPr>
            <p:cNvPr id="87" name="object 19">
              <a:extLst>
                <a:ext uri="{FF2B5EF4-FFF2-40B4-BE49-F238E27FC236}">
                  <a16:creationId xmlns:a16="http://schemas.microsoft.com/office/drawing/2014/main" id="{7110237E-AFE1-2252-E19F-9D7A62DA0056}"/>
                </a:ext>
              </a:extLst>
            </p:cNvPr>
            <p:cNvSpPr/>
            <p:nvPr/>
          </p:nvSpPr>
          <p:spPr>
            <a:xfrm>
              <a:off x="418739" y="1039900"/>
              <a:ext cx="1333500" cy="2570480"/>
            </a:xfrm>
            <a:custGeom>
              <a:avLst/>
              <a:gdLst/>
              <a:ahLst/>
              <a:cxnLst/>
              <a:rect l="l" t="t" r="r" b="b"/>
              <a:pathLst>
                <a:path w="1333500" h="2570479">
                  <a:moveTo>
                    <a:pt x="77544" y="2570455"/>
                  </a:moveTo>
                  <a:lnTo>
                    <a:pt x="1333212" y="1517929"/>
                  </a:lnTo>
                  <a:lnTo>
                    <a:pt x="1315756" y="0"/>
                  </a:lnTo>
                  <a:lnTo>
                    <a:pt x="0" y="960179"/>
                  </a:lnTo>
                </a:path>
              </a:pathLst>
            </a:custGeom>
            <a:ln w="17486">
              <a:solidFill>
                <a:srgbClr val="F2F2F2"/>
              </a:solidFill>
            </a:ln>
          </p:spPr>
          <p:txBody>
            <a:bodyPr wrap="square" lIns="0" tIns="0" rIns="0" bIns="0" rtlCol="0"/>
            <a:lstStyle/>
            <a:p>
              <a:endParaRPr/>
            </a:p>
          </p:txBody>
        </p:sp>
        <p:sp>
          <p:nvSpPr>
            <p:cNvPr id="88" name="object 20">
              <a:extLst>
                <a:ext uri="{FF2B5EF4-FFF2-40B4-BE49-F238E27FC236}">
                  <a16:creationId xmlns:a16="http://schemas.microsoft.com/office/drawing/2014/main" id="{24534A90-D7D1-C6BE-AEEB-4432141A6C2D}"/>
                </a:ext>
              </a:extLst>
            </p:cNvPr>
            <p:cNvSpPr/>
            <p:nvPr/>
          </p:nvSpPr>
          <p:spPr>
            <a:xfrm>
              <a:off x="1734496" y="1039900"/>
              <a:ext cx="2104390" cy="2103755"/>
            </a:xfrm>
            <a:custGeom>
              <a:avLst/>
              <a:gdLst/>
              <a:ahLst/>
              <a:cxnLst/>
              <a:rect l="l" t="t" r="r" b="b"/>
              <a:pathLst>
                <a:path w="2104390" h="2103755">
                  <a:moveTo>
                    <a:pt x="0" y="0"/>
                  </a:moveTo>
                  <a:lnTo>
                    <a:pt x="17455" y="1517929"/>
                  </a:lnTo>
                  <a:lnTo>
                    <a:pt x="2032354" y="2103581"/>
                  </a:lnTo>
                  <a:lnTo>
                    <a:pt x="2104259" y="533367"/>
                  </a:lnTo>
                  <a:lnTo>
                    <a:pt x="0" y="0"/>
                  </a:lnTo>
                  <a:close/>
                </a:path>
              </a:pathLst>
            </a:custGeom>
            <a:solidFill>
              <a:srgbClr val="E5E5E5">
                <a:alpha val="50000"/>
              </a:srgbClr>
            </a:solidFill>
          </p:spPr>
          <p:txBody>
            <a:bodyPr wrap="square" lIns="0" tIns="0" rIns="0" bIns="0" rtlCol="0"/>
            <a:lstStyle/>
            <a:p>
              <a:endParaRPr/>
            </a:p>
          </p:txBody>
        </p:sp>
        <p:sp>
          <p:nvSpPr>
            <p:cNvPr id="89" name="object 21">
              <a:extLst>
                <a:ext uri="{FF2B5EF4-FFF2-40B4-BE49-F238E27FC236}">
                  <a16:creationId xmlns:a16="http://schemas.microsoft.com/office/drawing/2014/main" id="{4E4CAB22-1052-AFA1-1F9A-07F22F17E957}"/>
                </a:ext>
              </a:extLst>
            </p:cNvPr>
            <p:cNvSpPr/>
            <p:nvPr/>
          </p:nvSpPr>
          <p:spPr>
            <a:xfrm>
              <a:off x="1734496" y="1039900"/>
              <a:ext cx="2104390" cy="2103755"/>
            </a:xfrm>
            <a:custGeom>
              <a:avLst/>
              <a:gdLst/>
              <a:ahLst/>
              <a:cxnLst/>
              <a:rect l="l" t="t" r="r" b="b"/>
              <a:pathLst>
                <a:path w="2104390" h="2103755">
                  <a:moveTo>
                    <a:pt x="17455" y="1517929"/>
                  </a:moveTo>
                  <a:lnTo>
                    <a:pt x="2032354" y="2103581"/>
                  </a:lnTo>
                  <a:lnTo>
                    <a:pt x="2104259" y="533367"/>
                  </a:lnTo>
                  <a:lnTo>
                    <a:pt x="0" y="0"/>
                  </a:lnTo>
                </a:path>
              </a:pathLst>
            </a:custGeom>
            <a:ln w="17486">
              <a:solidFill>
                <a:srgbClr val="E5E5E5"/>
              </a:solidFill>
            </a:ln>
          </p:spPr>
          <p:txBody>
            <a:bodyPr wrap="square" lIns="0" tIns="0" rIns="0" bIns="0" rtlCol="0"/>
            <a:lstStyle/>
            <a:p>
              <a:endParaRPr/>
            </a:p>
          </p:txBody>
        </p:sp>
        <p:sp>
          <p:nvSpPr>
            <p:cNvPr id="90" name="object 22">
              <a:extLst>
                <a:ext uri="{FF2B5EF4-FFF2-40B4-BE49-F238E27FC236}">
                  <a16:creationId xmlns:a16="http://schemas.microsoft.com/office/drawing/2014/main" id="{0B9F24E3-F2F4-1281-2A61-60D35DA6A137}"/>
                </a:ext>
              </a:extLst>
            </p:cNvPr>
            <p:cNvSpPr/>
            <p:nvPr/>
          </p:nvSpPr>
          <p:spPr>
            <a:xfrm>
              <a:off x="496283" y="2557829"/>
              <a:ext cx="3270885" cy="1750695"/>
            </a:xfrm>
            <a:custGeom>
              <a:avLst/>
              <a:gdLst/>
              <a:ahLst/>
              <a:cxnLst/>
              <a:rect l="l" t="t" r="r" b="b"/>
              <a:pathLst>
                <a:path w="3270885" h="1750695">
                  <a:moveTo>
                    <a:pt x="1255667" y="0"/>
                  </a:moveTo>
                  <a:lnTo>
                    <a:pt x="0" y="1052526"/>
                  </a:lnTo>
                  <a:lnTo>
                    <a:pt x="2135891" y="1750108"/>
                  </a:lnTo>
                  <a:lnTo>
                    <a:pt x="3270567" y="585651"/>
                  </a:lnTo>
                  <a:lnTo>
                    <a:pt x="1255667" y="0"/>
                  </a:lnTo>
                  <a:close/>
                </a:path>
              </a:pathLst>
            </a:custGeom>
            <a:solidFill>
              <a:srgbClr val="EBEBEB">
                <a:alpha val="50000"/>
              </a:srgbClr>
            </a:solidFill>
          </p:spPr>
          <p:txBody>
            <a:bodyPr wrap="square" lIns="0" tIns="0" rIns="0" bIns="0" rtlCol="0"/>
            <a:lstStyle/>
            <a:p>
              <a:endParaRPr/>
            </a:p>
          </p:txBody>
        </p:sp>
        <p:sp>
          <p:nvSpPr>
            <p:cNvPr id="91" name="object 23">
              <a:extLst>
                <a:ext uri="{FF2B5EF4-FFF2-40B4-BE49-F238E27FC236}">
                  <a16:creationId xmlns:a16="http://schemas.microsoft.com/office/drawing/2014/main" id="{265CD931-5417-C90F-148D-C7583B093FD6}"/>
                </a:ext>
              </a:extLst>
            </p:cNvPr>
            <p:cNvSpPr/>
            <p:nvPr/>
          </p:nvSpPr>
          <p:spPr>
            <a:xfrm>
              <a:off x="496283" y="2557829"/>
              <a:ext cx="3270885" cy="1750695"/>
            </a:xfrm>
            <a:custGeom>
              <a:avLst/>
              <a:gdLst/>
              <a:ahLst/>
              <a:cxnLst/>
              <a:rect l="l" t="t" r="r" b="b"/>
              <a:pathLst>
                <a:path w="3270885" h="1750695">
                  <a:moveTo>
                    <a:pt x="0" y="1052526"/>
                  </a:moveTo>
                  <a:lnTo>
                    <a:pt x="2135891" y="1750108"/>
                  </a:lnTo>
                  <a:lnTo>
                    <a:pt x="3270567" y="585651"/>
                  </a:lnTo>
                  <a:lnTo>
                    <a:pt x="1255667" y="0"/>
                  </a:lnTo>
                </a:path>
              </a:pathLst>
            </a:custGeom>
            <a:ln w="17486">
              <a:solidFill>
                <a:srgbClr val="EBEBEB"/>
              </a:solidFill>
            </a:ln>
          </p:spPr>
          <p:txBody>
            <a:bodyPr wrap="square" lIns="0" tIns="0" rIns="0" bIns="0" rtlCol="0"/>
            <a:lstStyle/>
            <a:p>
              <a:endParaRPr/>
            </a:p>
          </p:txBody>
        </p:sp>
        <p:sp>
          <p:nvSpPr>
            <p:cNvPr id="92" name="object 24">
              <a:extLst>
                <a:ext uri="{FF2B5EF4-FFF2-40B4-BE49-F238E27FC236}">
                  <a16:creationId xmlns:a16="http://schemas.microsoft.com/office/drawing/2014/main" id="{409032DD-CB22-A554-157B-87F9DB8CC66E}"/>
                </a:ext>
              </a:extLst>
            </p:cNvPr>
            <p:cNvSpPr/>
            <p:nvPr/>
          </p:nvSpPr>
          <p:spPr>
            <a:xfrm>
              <a:off x="496283" y="3610355"/>
              <a:ext cx="2136140" cy="697865"/>
            </a:xfrm>
            <a:custGeom>
              <a:avLst/>
              <a:gdLst/>
              <a:ahLst/>
              <a:cxnLst/>
              <a:rect l="l" t="t" r="r" b="b"/>
              <a:pathLst>
                <a:path w="2136140" h="697864">
                  <a:moveTo>
                    <a:pt x="0" y="0"/>
                  </a:moveTo>
                  <a:lnTo>
                    <a:pt x="2135891" y="697582"/>
                  </a:lnTo>
                </a:path>
              </a:pathLst>
            </a:custGeom>
            <a:ln w="13989">
              <a:solidFill>
                <a:srgbClr val="000000"/>
              </a:solidFill>
            </a:ln>
          </p:spPr>
          <p:txBody>
            <a:bodyPr wrap="square" lIns="0" tIns="0" rIns="0" bIns="0" rtlCol="0"/>
            <a:lstStyle/>
            <a:p>
              <a:endParaRPr/>
            </a:p>
          </p:txBody>
        </p:sp>
        <p:sp>
          <p:nvSpPr>
            <p:cNvPr id="93" name="object 25">
              <a:extLst>
                <a:ext uri="{FF2B5EF4-FFF2-40B4-BE49-F238E27FC236}">
                  <a16:creationId xmlns:a16="http://schemas.microsoft.com/office/drawing/2014/main" id="{0A370E0B-9D14-2910-1C29-FF8B88968A62}"/>
                </a:ext>
              </a:extLst>
            </p:cNvPr>
            <p:cNvSpPr/>
            <p:nvPr/>
          </p:nvSpPr>
          <p:spPr>
            <a:xfrm>
              <a:off x="625645" y="1072274"/>
              <a:ext cx="3072765" cy="3189605"/>
            </a:xfrm>
            <a:custGeom>
              <a:avLst/>
              <a:gdLst/>
              <a:ahLst/>
              <a:cxnLst/>
              <a:rect l="l" t="t" r="r" b="b"/>
              <a:pathLst>
                <a:path w="3072765" h="3189604">
                  <a:moveTo>
                    <a:pt x="0" y="2580330"/>
                  </a:moveTo>
                  <a:lnTo>
                    <a:pt x="1248846" y="1521173"/>
                  </a:lnTo>
                  <a:lnTo>
                    <a:pt x="1236572" y="0"/>
                  </a:lnTo>
                </a:path>
                <a:path w="3072765" h="3189604">
                  <a:moveTo>
                    <a:pt x="450036" y="2727313"/>
                  </a:moveTo>
                  <a:lnTo>
                    <a:pt x="1674644" y="1644935"/>
                  </a:lnTo>
                  <a:lnTo>
                    <a:pt x="1680628" y="112555"/>
                  </a:lnTo>
                </a:path>
                <a:path w="3072765" h="3189604">
                  <a:moveTo>
                    <a:pt x="910429" y="2877677"/>
                  </a:moveTo>
                  <a:lnTo>
                    <a:pt x="2109418" y="1771308"/>
                  </a:lnTo>
                  <a:lnTo>
                    <a:pt x="2134454" y="227586"/>
                  </a:lnTo>
                </a:path>
                <a:path w="3072765" h="3189604">
                  <a:moveTo>
                    <a:pt x="1381537" y="3031541"/>
                  </a:moveTo>
                  <a:lnTo>
                    <a:pt x="2553456" y="1900371"/>
                  </a:lnTo>
                  <a:lnTo>
                    <a:pt x="2598377" y="345177"/>
                  </a:lnTo>
                </a:path>
                <a:path w="3072765" h="3189604">
                  <a:moveTo>
                    <a:pt x="1863739" y="3189028"/>
                  </a:moveTo>
                  <a:lnTo>
                    <a:pt x="3007059" y="2032216"/>
                  </a:lnTo>
                  <a:lnTo>
                    <a:pt x="3072738" y="465414"/>
                  </a:lnTo>
                </a:path>
              </a:pathLst>
            </a:custGeom>
            <a:ln w="13989">
              <a:solidFill>
                <a:srgbClr val="B0B0B0"/>
              </a:solidFill>
            </a:ln>
          </p:spPr>
          <p:txBody>
            <a:bodyPr wrap="square" lIns="0" tIns="0" rIns="0" bIns="0" rtlCol="0"/>
            <a:lstStyle/>
            <a:p>
              <a:endParaRPr/>
            </a:p>
          </p:txBody>
        </p:sp>
        <p:sp>
          <p:nvSpPr>
            <p:cNvPr id="94" name="object 26">
              <a:extLst>
                <a:ext uri="{FF2B5EF4-FFF2-40B4-BE49-F238E27FC236}">
                  <a16:creationId xmlns:a16="http://schemas.microsoft.com/office/drawing/2014/main" id="{151603F3-2DB5-CCB3-3C88-7E995A3A2352}"/>
                </a:ext>
              </a:extLst>
            </p:cNvPr>
            <p:cNvSpPr/>
            <p:nvPr/>
          </p:nvSpPr>
          <p:spPr>
            <a:xfrm>
              <a:off x="603848" y="3643382"/>
              <a:ext cx="33020" cy="27940"/>
            </a:xfrm>
            <a:custGeom>
              <a:avLst/>
              <a:gdLst/>
              <a:ahLst/>
              <a:cxnLst/>
              <a:rect l="l" t="t" r="r" b="b"/>
              <a:pathLst>
                <a:path w="33020" h="27939">
                  <a:moveTo>
                    <a:pt x="32670" y="0"/>
                  </a:moveTo>
                  <a:lnTo>
                    <a:pt x="0" y="27708"/>
                  </a:lnTo>
                </a:path>
              </a:pathLst>
            </a:custGeom>
            <a:ln w="13989">
              <a:solidFill>
                <a:srgbClr val="000000"/>
              </a:solidFill>
            </a:ln>
          </p:spPr>
          <p:txBody>
            <a:bodyPr wrap="square" lIns="0" tIns="0" rIns="0" bIns="0" rtlCol="0"/>
            <a:lstStyle/>
            <a:p>
              <a:endParaRPr/>
            </a:p>
          </p:txBody>
        </p:sp>
      </p:grpSp>
      <p:sp>
        <p:nvSpPr>
          <p:cNvPr id="95" name="object 27">
            <a:extLst>
              <a:ext uri="{FF2B5EF4-FFF2-40B4-BE49-F238E27FC236}">
                <a16:creationId xmlns:a16="http://schemas.microsoft.com/office/drawing/2014/main" id="{A9CE6942-A6D7-0BD0-B5B2-37B9ACE9640C}"/>
              </a:ext>
            </a:extLst>
          </p:cNvPr>
          <p:cNvSpPr txBox="1"/>
          <p:nvPr/>
        </p:nvSpPr>
        <p:spPr>
          <a:xfrm>
            <a:off x="6546678" y="4589409"/>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96" name="object 28">
            <a:extLst>
              <a:ext uri="{FF2B5EF4-FFF2-40B4-BE49-F238E27FC236}">
                <a16:creationId xmlns:a16="http://schemas.microsoft.com/office/drawing/2014/main" id="{232C604F-DF70-FFD1-08CE-3A53E146703E}"/>
              </a:ext>
            </a:extLst>
          </p:cNvPr>
          <p:cNvSpPr/>
          <p:nvPr/>
        </p:nvSpPr>
        <p:spPr>
          <a:xfrm>
            <a:off x="7231096" y="4514785"/>
            <a:ext cx="32384" cy="28575"/>
          </a:xfrm>
          <a:custGeom>
            <a:avLst/>
            <a:gdLst/>
            <a:ahLst/>
            <a:cxnLst/>
            <a:rect l="l" t="t" r="r" b="b"/>
            <a:pathLst>
              <a:path w="32384" h="28575">
                <a:moveTo>
                  <a:pt x="32067" y="0"/>
                </a:moveTo>
                <a:lnTo>
                  <a:pt x="0" y="28342"/>
                </a:lnTo>
              </a:path>
            </a:pathLst>
          </a:custGeom>
          <a:ln w="13989">
            <a:solidFill>
              <a:srgbClr val="000000"/>
            </a:solidFill>
          </a:ln>
        </p:spPr>
        <p:txBody>
          <a:bodyPr wrap="square" lIns="0" tIns="0" rIns="0" bIns="0" rtlCol="0"/>
          <a:lstStyle/>
          <a:p>
            <a:endParaRPr/>
          </a:p>
        </p:txBody>
      </p:sp>
      <p:sp>
        <p:nvSpPr>
          <p:cNvPr id="97" name="object 29">
            <a:extLst>
              <a:ext uri="{FF2B5EF4-FFF2-40B4-BE49-F238E27FC236}">
                <a16:creationId xmlns:a16="http://schemas.microsoft.com/office/drawing/2014/main" id="{BA4630E5-EC10-0BDC-D370-21B1F8EBD2CC}"/>
              </a:ext>
            </a:extLst>
          </p:cNvPr>
          <p:cNvSpPr txBox="1"/>
          <p:nvPr/>
        </p:nvSpPr>
        <p:spPr>
          <a:xfrm>
            <a:off x="6997283" y="4740210"/>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98" name="object 30">
            <a:extLst>
              <a:ext uri="{FF2B5EF4-FFF2-40B4-BE49-F238E27FC236}">
                <a16:creationId xmlns:a16="http://schemas.microsoft.com/office/drawing/2014/main" id="{DC788333-0B8C-577C-CA15-CD62DBD14E9C}"/>
              </a:ext>
            </a:extLst>
          </p:cNvPr>
          <p:cNvSpPr/>
          <p:nvPr/>
        </p:nvSpPr>
        <p:spPr>
          <a:xfrm>
            <a:off x="7691917" y="4664931"/>
            <a:ext cx="31750" cy="29209"/>
          </a:xfrm>
          <a:custGeom>
            <a:avLst/>
            <a:gdLst/>
            <a:ahLst/>
            <a:cxnLst/>
            <a:rect l="l" t="t" r="r" b="b"/>
            <a:pathLst>
              <a:path w="31750" h="29210">
                <a:moveTo>
                  <a:pt x="31425" y="0"/>
                </a:moveTo>
                <a:lnTo>
                  <a:pt x="0" y="28999"/>
                </a:lnTo>
              </a:path>
            </a:pathLst>
          </a:custGeom>
          <a:ln w="13989">
            <a:solidFill>
              <a:srgbClr val="000000"/>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99" name="object 31">
                <a:extLst>
                  <a:ext uri="{FF2B5EF4-FFF2-40B4-BE49-F238E27FC236}">
                    <a16:creationId xmlns:a16="http://schemas.microsoft.com/office/drawing/2014/main" id="{5B3662B4-8DE1-5DBF-E578-E1DD355DB445}"/>
                  </a:ext>
                </a:extLst>
              </p:cNvPr>
              <p:cNvSpPr txBox="1"/>
              <p:nvPr/>
            </p:nvSpPr>
            <p:spPr>
              <a:xfrm>
                <a:off x="7366333" y="4848927"/>
                <a:ext cx="340360" cy="484748"/>
              </a:xfrm>
              <a:prstGeom prst="rect">
                <a:avLst/>
              </a:prstGeom>
            </p:spPr>
            <p:txBody>
              <a:bodyPr vert="horz" wrap="square" lIns="0" tIns="60960" rIns="0" bIns="0" rtlCol="0">
                <a:spAutoFit/>
              </a:bodyPr>
              <a:lstStyle/>
              <a:p>
                <a:pPr marL="104139">
                  <a:spcBef>
                    <a:spcPts val="480"/>
                  </a:spcBef>
                </a:pPr>
                <a:r>
                  <a:rPr lang="en-GB" sz="1350" spc="-25" dirty="0">
                    <a:latin typeface="Times New Roman"/>
                    <a:cs typeface="Times New Roman"/>
                  </a:rPr>
                  <a:t>1</a:t>
                </a:r>
                <a:r>
                  <a:rPr lang="en-GB" sz="1350" i="1" spc="-25" dirty="0">
                    <a:latin typeface="Arial"/>
                    <a:cs typeface="Arial"/>
                  </a:rPr>
                  <a:t>.</a:t>
                </a:r>
                <a:r>
                  <a:rPr lang="en-GB" sz="1350" spc="-25" dirty="0">
                    <a:latin typeface="Times New Roman"/>
                    <a:cs typeface="Times New Roman"/>
                  </a:rPr>
                  <a:t>0</a:t>
                </a:r>
                <a:endParaRPr lang="en-GB" sz="1350" dirty="0">
                  <a:latin typeface="Times New Roman"/>
                  <a:cs typeface="Times New Roman"/>
                </a:endParaRPr>
              </a:p>
              <a:p>
                <a:pPr marL="12700">
                  <a:spcBef>
                    <a:spcPts val="385"/>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1</m:t>
                          </m:r>
                        </m:sub>
                      </m:sSub>
                    </m:oMath>
                  </m:oMathPara>
                </a14:m>
                <a:endParaRPr sz="1350" dirty="0">
                  <a:latin typeface="Arial"/>
                  <a:cs typeface="Arial"/>
                </a:endParaRPr>
              </a:p>
            </p:txBody>
          </p:sp>
        </mc:Choice>
        <mc:Fallback xmlns="">
          <p:sp>
            <p:nvSpPr>
              <p:cNvPr id="99" name="object 31">
                <a:extLst>
                  <a:ext uri="{FF2B5EF4-FFF2-40B4-BE49-F238E27FC236}">
                    <a16:creationId xmlns:a16="http://schemas.microsoft.com/office/drawing/2014/main" id="{5B3662B4-8DE1-5DBF-E578-E1DD355DB445}"/>
                  </a:ext>
                </a:extLst>
              </p:cNvPr>
              <p:cNvSpPr txBox="1">
                <a:spLocks noRot="1" noChangeAspect="1" noMove="1" noResize="1" noEditPoints="1" noAdjustHandles="1" noChangeArrowheads="1" noChangeShapeType="1" noTextEdit="1"/>
              </p:cNvSpPr>
              <p:nvPr/>
            </p:nvSpPr>
            <p:spPr>
              <a:xfrm>
                <a:off x="7366333" y="4848927"/>
                <a:ext cx="340360" cy="484748"/>
              </a:xfrm>
              <a:prstGeom prst="rect">
                <a:avLst/>
              </a:prstGeom>
              <a:blipFill>
                <a:blip r:embed="rId15"/>
                <a:stretch>
                  <a:fillRect r="-21429" b="-5000"/>
                </a:stretch>
              </a:blipFill>
            </p:spPr>
            <p:txBody>
              <a:bodyPr/>
              <a:lstStyle/>
              <a:p>
                <a:r>
                  <a:rPr lang="en-US">
                    <a:noFill/>
                  </a:rPr>
                  <a:t> </a:t>
                </a:r>
              </a:p>
            </p:txBody>
          </p:sp>
        </mc:Fallback>
      </mc:AlternateContent>
      <p:sp>
        <p:nvSpPr>
          <p:cNvPr id="100" name="object 32">
            <a:extLst>
              <a:ext uri="{FF2B5EF4-FFF2-40B4-BE49-F238E27FC236}">
                <a16:creationId xmlns:a16="http://schemas.microsoft.com/office/drawing/2014/main" id="{A2D909DC-2B61-7EA2-702B-3BB7B9A350DB}"/>
              </a:ext>
            </a:extLst>
          </p:cNvPr>
          <p:cNvSpPr/>
          <p:nvPr/>
        </p:nvSpPr>
        <p:spPr>
          <a:xfrm>
            <a:off x="8163479" y="3868112"/>
            <a:ext cx="1780539" cy="1164590"/>
          </a:xfrm>
          <a:custGeom>
            <a:avLst/>
            <a:gdLst/>
            <a:ahLst/>
            <a:cxnLst/>
            <a:rect l="l" t="t" r="r" b="b"/>
            <a:pathLst>
              <a:path w="1780539" h="1164589">
                <a:moveTo>
                  <a:pt x="30747" y="950455"/>
                </a:moveTo>
                <a:lnTo>
                  <a:pt x="0" y="980134"/>
                </a:lnTo>
              </a:path>
              <a:path w="1780539" h="1164589">
                <a:moveTo>
                  <a:pt x="512710" y="1107709"/>
                </a:moveTo>
                <a:lnTo>
                  <a:pt x="482683" y="1138090"/>
                </a:lnTo>
              </a:path>
              <a:path w="1780539" h="1164589">
                <a:moveTo>
                  <a:pt x="1780179" y="0"/>
                </a:moveTo>
                <a:lnTo>
                  <a:pt x="645504" y="1164456"/>
                </a:lnTo>
              </a:path>
            </a:pathLst>
          </a:custGeom>
          <a:ln w="13989">
            <a:solidFill>
              <a:srgbClr val="000000"/>
            </a:solidFill>
          </a:ln>
        </p:spPr>
        <p:txBody>
          <a:bodyPr wrap="square" lIns="0" tIns="0" rIns="0" bIns="0" rtlCol="0"/>
          <a:lstStyle/>
          <a:p>
            <a:endParaRPr/>
          </a:p>
        </p:txBody>
      </p:sp>
      <p:sp>
        <p:nvSpPr>
          <p:cNvPr id="101" name="object 33">
            <a:extLst>
              <a:ext uri="{FF2B5EF4-FFF2-40B4-BE49-F238E27FC236}">
                <a16:creationId xmlns:a16="http://schemas.microsoft.com/office/drawing/2014/main" id="{E580B524-A4BA-36ED-DD7F-9677A87B5CFE}"/>
              </a:ext>
            </a:extLst>
          </p:cNvPr>
          <p:cNvSpPr txBox="1"/>
          <p:nvPr/>
        </p:nvSpPr>
        <p:spPr>
          <a:xfrm>
            <a:off x="7930106" y="5052392"/>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102" name="object 34">
            <a:extLst>
              <a:ext uri="{FF2B5EF4-FFF2-40B4-BE49-F238E27FC236}">
                <a16:creationId xmlns:a16="http://schemas.microsoft.com/office/drawing/2014/main" id="{F183617D-65FE-2905-9A66-826BBB22CDAA}"/>
              </a:ext>
            </a:extLst>
          </p:cNvPr>
          <p:cNvSpPr txBox="1"/>
          <p:nvPr/>
        </p:nvSpPr>
        <p:spPr>
          <a:xfrm>
            <a:off x="8413070" y="5214022"/>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mc:AlternateContent xmlns:mc="http://schemas.openxmlformats.org/markup-compatibility/2006" xmlns:a14="http://schemas.microsoft.com/office/drawing/2010/main">
        <mc:Choice Requires="a14">
          <p:sp>
            <p:nvSpPr>
              <p:cNvPr id="103" name="object 35">
                <a:extLst>
                  <a:ext uri="{FF2B5EF4-FFF2-40B4-BE49-F238E27FC236}">
                    <a16:creationId xmlns:a16="http://schemas.microsoft.com/office/drawing/2014/main" id="{45529A9E-1908-67A0-7DF0-8E738B19F845}"/>
                  </a:ext>
                </a:extLst>
              </p:cNvPr>
              <p:cNvSpPr txBox="1"/>
              <p:nvPr/>
            </p:nvSpPr>
            <p:spPr>
              <a:xfrm>
                <a:off x="9690769" y="4786108"/>
                <a:ext cx="122555" cy="230832"/>
              </a:xfrm>
              <a:prstGeom prst="rect">
                <a:avLst/>
              </a:prstGeom>
            </p:spPr>
            <p:txBody>
              <a:bodyPr vert="horz" wrap="square" lIns="0" tIns="15240" rIns="0" bIns="0" rtlCol="0">
                <a:spAutoFit/>
              </a:bodyPr>
              <a:lstStyle/>
              <a:p>
                <a:pPr marL="12700">
                  <a:spcBef>
                    <a:spcPts val="120"/>
                  </a:spcBef>
                </a:pPr>
                <a14:m>
                  <m:oMathPara xmlns:m="http://schemas.openxmlformats.org/officeDocument/2006/math">
                    <m:oMathParaPr>
                      <m:jc m:val="centerGroup"/>
                    </m:oMathParaPr>
                    <m:oMath xmlns:m="http://schemas.openxmlformats.org/officeDocument/2006/math">
                      <m:sSub>
                        <m:sSubPr>
                          <m:ctrlPr>
                            <a:rPr lang="en-GB" sz="1400" i="1">
                              <a:latin typeface="Cambria Math" panose="02040503050406030204" pitchFamily="18" charset="0"/>
                              <a:cs typeface="Arial"/>
                            </a:rPr>
                          </m:ctrlPr>
                        </m:sSubPr>
                        <m:e>
                          <m:r>
                            <a:rPr lang="en-GB" sz="1400" i="1">
                              <a:latin typeface="Cambria Math" panose="02040503050406030204" pitchFamily="18" charset="0"/>
                              <a:cs typeface="Arial"/>
                            </a:rPr>
                            <m:t>𝑤</m:t>
                          </m:r>
                        </m:e>
                        <m:sub>
                          <m:r>
                            <a:rPr lang="en-GB" sz="1400" i="1">
                              <a:latin typeface="Cambria Math" panose="02040503050406030204" pitchFamily="18" charset="0"/>
                              <a:cs typeface="Arial"/>
                            </a:rPr>
                            <m:t>0</m:t>
                          </m:r>
                        </m:sub>
                      </m:sSub>
                    </m:oMath>
                  </m:oMathPara>
                </a14:m>
                <a:endParaRPr sz="1400" dirty="0">
                  <a:latin typeface="Arial"/>
                  <a:cs typeface="Arial"/>
                </a:endParaRPr>
              </a:p>
            </p:txBody>
          </p:sp>
        </mc:Choice>
        <mc:Fallback xmlns="">
          <p:sp>
            <p:nvSpPr>
              <p:cNvPr id="103" name="object 35">
                <a:extLst>
                  <a:ext uri="{FF2B5EF4-FFF2-40B4-BE49-F238E27FC236}">
                    <a16:creationId xmlns:a16="http://schemas.microsoft.com/office/drawing/2014/main" id="{45529A9E-1908-67A0-7DF0-8E738B19F845}"/>
                  </a:ext>
                </a:extLst>
              </p:cNvPr>
              <p:cNvSpPr txBox="1">
                <a:spLocks noRot="1" noChangeAspect="1" noMove="1" noResize="1" noEditPoints="1" noAdjustHandles="1" noChangeArrowheads="1" noChangeShapeType="1" noTextEdit="1"/>
              </p:cNvSpPr>
              <p:nvPr/>
            </p:nvSpPr>
            <p:spPr>
              <a:xfrm>
                <a:off x="9690769" y="4786108"/>
                <a:ext cx="122555" cy="230832"/>
              </a:xfrm>
              <a:prstGeom prst="rect">
                <a:avLst/>
              </a:prstGeom>
              <a:blipFill>
                <a:blip r:embed="rId16"/>
                <a:stretch>
                  <a:fillRect l="-30000" r="-100000" b="-10000"/>
                </a:stretch>
              </a:blipFill>
            </p:spPr>
            <p:txBody>
              <a:bodyPr/>
              <a:lstStyle/>
              <a:p>
                <a:r>
                  <a:rPr lang="en-US">
                    <a:noFill/>
                  </a:rPr>
                  <a:t> </a:t>
                </a:r>
              </a:p>
            </p:txBody>
          </p:sp>
        </mc:Fallback>
      </mc:AlternateContent>
      <p:grpSp>
        <p:nvGrpSpPr>
          <p:cNvPr id="104" name="object 36">
            <a:extLst>
              <a:ext uri="{FF2B5EF4-FFF2-40B4-BE49-F238E27FC236}">
                <a16:creationId xmlns:a16="http://schemas.microsoft.com/office/drawing/2014/main" id="{F580E472-353F-72A9-52E0-AF8F927F6D8B}"/>
              </a:ext>
            </a:extLst>
          </p:cNvPr>
          <p:cNvGrpSpPr/>
          <p:nvPr/>
        </p:nvGrpSpPr>
        <p:grpSpPr>
          <a:xfrm>
            <a:off x="6679231" y="1813431"/>
            <a:ext cx="3205480" cy="3157855"/>
            <a:chOff x="502423" y="1088799"/>
            <a:chExt cx="3205480" cy="3157855"/>
          </a:xfrm>
        </p:grpSpPr>
        <p:sp>
          <p:nvSpPr>
            <p:cNvPr id="105" name="object 37">
              <a:extLst>
                <a:ext uri="{FF2B5EF4-FFF2-40B4-BE49-F238E27FC236}">
                  <a16:creationId xmlns:a16="http://schemas.microsoft.com/office/drawing/2014/main" id="{EA2A82BE-4719-644C-0625-ED7E7671429E}"/>
                </a:ext>
              </a:extLst>
            </p:cNvPr>
            <p:cNvSpPr/>
            <p:nvPr/>
          </p:nvSpPr>
          <p:spPr>
            <a:xfrm>
              <a:off x="509725" y="1096102"/>
              <a:ext cx="3190875" cy="3131820"/>
            </a:xfrm>
            <a:custGeom>
              <a:avLst/>
              <a:gdLst/>
              <a:ahLst/>
              <a:cxnLst/>
              <a:rect l="l" t="t" r="r" b="b"/>
              <a:pathLst>
                <a:path w="3190875" h="3131820">
                  <a:moveTo>
                    <a:pt x="0" y="837580"/>
                  </a:moveTo>
                  <a:lnTo>
                    <a:pt x="73083" y="2441725"/>
                  </a:lnTo>
                  <a:lnTo>
                    <a:pt x="2200959" y="3131264"/>
                  </a:lnTo>
                </a:path>
                <a:path w="3190875" h="3131820">
                  <a:moveTo>
                    <a:pt x="303981" y="615748"/>
                  </a:moveTo>
                  <a:lnTo>
                    <a:pt x="362487" y="2199142"/>
                  </a:lnTo>
                  <a:lnTo>
                    <a:pt x="2463208" y="2862134"/>
                  </a:lnTo>
                </a:path>
                <a:path w="3190875" h="3131820">
                  <a:moveTo>
                    <a:pt x="596159" y="402529"/>
                  </a:moveTo>
                  <a:lnTo>
                    <a:pt x="641134" y="1965575"/>
                  </a:lnTo>
                  <a:lnTo>
                    <a:pt x="2715202" y="2603525"/>
                  </a:lnTo>
                </a:path>
                <a:path w="3190875" h="3131820">
                  <a:moveTo>
                    <a:pt x="877210" y="197431"/>
                  </a:moveTo>
                  <a:lnTo>
                    <a:pt x="909610" y="1740533"/>
                  </a:lnTo>
                  <a:lnTo>
                    <a:pt x="2957534" y="2354833"/>
                  </a:lnTo>
                </a:path>
                <a:path w="3190875" h="3131820">
                  <a:moveTo>
                    <a:pt x="1147755" y="0"/>
                  </a:moveTo>
                  <a:lnTo>
                    <a:pt x="1168465" y="1523556"/>
                  </a:lnTo>
                  <a:lnTo>
                    <a:pt x="3190747" y="2115498"/>
                  </a:lnTo>
                </a:path>
              </a:pathLst>
            </a:custGeom>
            <a:ln w="13989">
              <a:solidFill>
                <a:srgbClr val="B0B0B0"/>
              </a:solidFill>
            </a:ln>
          </p:spPr>
          <p:txBody>
            <a:bodyPr wrap="square" lIns="0" tIns="0" rIns="0" bIns="0" rtlCol="0"/>
            <a:lstStyle/>
            <a:p>
              <a:endParaRPr/>
            </a:p>
          </p:txBody>
        </p:sp>
        <p:sp>
          <p:nvSpPr>
            <p:cNvPr id="106" name="object 38">
              <a:extLst>
                <a:ext uri="{FF2B5EF4-FFF2-40B4-BE49-F238E27FC236}">
                  <a16:creationId xmlns:a16="http://schemas.microsoft.com/office/drawing/2014/main" id="{E02AD3D1-DA87-489C-8B7B-AF6C0D9AAC41}"/>
                </a:ext>
              </a:extLst>
            </p:cNvPr>
            <p:cNvSpPr/>
            <p:nvPr/>
          </p:nvSpPr>
          <p:spPr>
            <a:xfrm>
              <a:off x="2692753" y="3952654"/>
              <a:ext cx="315595" cy="286385"/>
            </a:xfrm>
            <a:custGeom>
              <a:avLst/>
              <a:gdLst/>
              <a:ahLst/>
              <a:cxnLst/>
              <a:rect l="l" t="t" r="r" b="b"/>
              <a:pathLst>
                <a:path w="315594" h="286385">
                  <a:moveTo>
                    <a:pt x="0" y="268901"/>
                  </a:moveTo>
                  <a:lnTo>
                    <a:pt x="53842" y="286348"/>
                  </a:lnTo>
                </a:path>
                <a:path w="315594" h="286385">
                  <a:moveTo>
                    <a:pt x="262493" y="0"/>
                  </a:moveTo>
                  <a:lnTo>
                    <a:pt x="315594" y="16758"/>
                  </a:lnTo>
                </a:path>
              </a:pathLst>
            </a:custGeom>
            <a:ln w="13989">
              <a:solidFill>
                <a:srgbClr val="000000"/>
              </a:solidFill>
            </a:ln>
          </p:spPr>
          <p:txBody>
            <a:bodyPr wrap="square" lIns="0" tIns="0" rIns="0" bIns="0" rtlCol="0"/>
            <a:lstStyle/>
            <a:p>
              <a:endParaRPr/>
            </a:p>
          </p:txBody>
        </p:sp>
      </p:grpSp>
      <p:sp>
        <p:nvSpPr>
          <p:cNvPr id="107" name="object 39">
            <a:extLst>
              <a:ext uri="{FF2B5EF4-FFF2-40B4-BE49-F238E27FC236}">
                <a16:creationId xmlns:a16="http://schemas.microsoft.com/office/drawing/2014/main" id="{70B2540B-C995-A489-775C-C2FCE4542C6E}"/>
              </a:ext>
            </a:extLst>
          </p:cNvPr>
          <p:cNvSpPr txBox="1"/>
          <p:nvPr/>
        </p:nvSpPr>
        <p:spPr>
          <a:xfrm>
            <a:off x="8921012" y="4785018"/>
            <a:ext cx="641985" cy="574040"/>
          </a:xfrm>
          <a:prstGeom prst="rect">
            <a:avLst/>
          </a:prstGeom>
        </p:spPr>
        <p:txBody>
          <a:bodyPr vert="horz" wrap="square" lIns="0" tIns="80010" rIns="0" bIns="0" rtlCol="0">
            <a:spAutoFit/>
          </a:bodyPr>
          <a:lstStyle/>
          <a:p>
            <a:pPr marL="270510">
              <a:spcBef>
                <a:spcPts val="630"/>
              </a:spcBef>
            </a:pPr>
            <a:r>
              <a:rPr lang="en-GB" sz="1350" spc="65" dirty="0">
                <a:latin typeface="Times New Roman"/>
                <a:cs typeface="Times New Roman"/>
              </a:rPr>
              <a:t>-</a:t>
            </a:r>
            <a:r>
              <a:rPr sz="1350" spc="65" dirty="0">
                <a:latin typeface="Times New Roman"/>
                <a:cs typeface="Times New Roman"/>
              </a:rPr>
              <a:t>0</a:t>
            </a:r>
            <a:r>
              <a:rPr sz="1350" i="1" spc="65" dirty="0">
                <a:latin typeface="Arial"/>
                <a:cs typeface="Arial"/>
              </a:rPr>
              <a:t>.</a:t>
            </a:r>
            <a:r>
              <a:rPr sz="1350" spc="65" dirty="0">
                <a:latin typeface="Times New Roman"/>
                <a:cs typeface="Times New Roman"/>
              </a:rPr>
              <a:t>5</a:t>
            </a:r>
            <a:endParaRPr sz="1350" dirty="0">
              <a:latin typeface="Times New Roman"/>
              <a:cs typeface="Times New Roman"/>
            </a:endParaRPr>
          </a:p>
          <a:p>
            <a:pPr marL="12700">
              <a:spcBef>
                <a:spcPts val="540"/>
              </a:spcBef>
            </a:pPr>
            <a:r>
              <a:rPr lang="en-GB" sz="1350" spc="65" dirty="0">
                <a:latin typeface="Times New Roman"/>
                <a:cs typeface="Times New Roman"/>
              </a:rPr>
              <a:t>-</a:t>
            </a:r>
            <a:r>
              <a:rPr sz="1350" spc="65" dirty="0">
                <a:latin typeface="Times New Roman"/>
                <a:cs typeface="Times New Roman"/>
              </a:rPr>
              <a:t>1</a:t>
            </a:r>
            <a:r>
              <a:rPr sz="1350" i="1" spc="65" dirty="0">
                <a:latin typeface="Arial"/>
                <a:cs typeface="Arial"/>
              </a:rPr>
              <a:t>.</a:t>
            </a:r>
            <a:r>
              <a:rPr sz="1350" spc="65" dirty="0">
                <a:latin typeface="Times New Roman"/>
                <a:cs typeface="Times New Roman"/>
              </a:rPr>
              <a:t>0</a:t>
            </a:r>
            <a:endParaRPr sz="1350" dirty="0">
              <a:latin typeface="Times New Roman"/>
              <a:cs typeface="Times New Roman"/>
            </a:endParaRPr>
          </a:p>
        </p:txBody>
      </p:sp>
      <p:grpSp>
        <p:nvGrpSpPr>
          <p:cNvPr id="108" name="object 40">
            <a:extLst>
              <a:ext uri="{FF2B5EF4-FFF2-40B4-BE49-F238E27FC236}">
                <a16:creationId xmlns:a16="http://schemas.microsoft.com/office/drawing/2014/main" id="{584F43FD-2488-592B-D03D-C50E166D2436}"/>
              </a:ext>
            </a:extLst>
          </p:cNvPr>
          <p:cNvGrpSpPr/>
          <p:nvPr/>
        </p:nvGrpSpPr>
        <p:grpSpPr>
          <a:xfrm>
            <a:off x="6596596" y="1914457"/>
            <a:ext cx="3454400" cy="2527935"/>
            <a:chOff x="419788" y="1189825"/>
            <a:chExt cx="3454400" cy="2527935"/>
          </a:xfrm>
        </p:grpSpPr>
        <p:sp>
          <p:nvSpPr>
            <p:cNvPr id="109" name="object 41">
              <a:extLst>
                <a:ext uri="{FF2B5EF4-FFF2-40B4-BE49-F238E27FC236}">
                  <a16:creationId xmlns:a16="http://schemas.microsoft.com/office/drawing/2014/main" id="{09F89CC6-139E-DB05-4733-3D101F98260F}"/>
                </a:ext>
              </a:extLst>
            </p:cNvPr>
            <p:cNvSpPr/>
            <p:nvPr/>
          </p:nvSpPr>
          <p:spPr>
            <a:xfrm>
              <a:off x="3207483" y="1573268"/>
              <a:ext cx="631825" cy="2137410"/>
            </a:xfrm>
            <a:custGeom>
              <a:avLst/>
              <a:gdLst/>
              <a:ahLst/>
              <a:cxnLst/>
              <a:rect l="l" t="t" r="r" b="b"/>
              <a:pathLst>
                <a:path w="631825" h="2137410">
                  <a:moveTo>
                    <a:pt x="0" y="2120994"/>
                  </a:moveTo>
                  <a:lnTo>
                    <a:pt x="52375" y="2137103"/>
                  </a:lnTo>
                </a:path>
                <a:path w="631825" h="2137410">
                  <a:moveTo>
                    <a:pt x="242569" y="1872505"/>
                  </a:moveTo>
                  <a:lnTo>
                    <a:pt x="294232" y="1888003"/>
                  </a:lnTo>
                </a:path>
                <a:path w="631825" h="2137410">
                  <a:moveTo>
                    <a:pt x="476013" y="1633362"/>
                  </a:moveTo>
                  <a:lnTo>
                    <a:pt x="526984" y="1648282"/>
                  </a:lnTo>
                </a:path>
                <a:path w="631825" h="2137410">
                  <a:moveTo>
                    <a:pt x="559367" y="1570213"/>
                  </a:moveTo>
                  <a:lnTo>
                    <a:pt x="631271" y="0"/>
                  </a:lnTo>
                </a:path>
              </a:pathLst>
            </a:custGeom>
            <a:ln w="13989">
              <a:solidFill>
                <a:srgbClr val="000000"/>
              </a:solidFill>
            </a:ln>
          </p:spPr>
          <p:txBody>
            <a:bodyPr wrap="square" lIns="0" tIns="0" rIns="0" bIns="0" rtlCol="0"/>
            <a:lstStyle/>
            <a:p>
              <a:endParaRPr/>
            </a:p>
          </p:txBody>
        </p:sp>
        <p:sp>
          <p:nvSpPr>
            <p:cNvPr id="110" name="object 42">
              <a:extLst>
                <a:ext uri="{FF2B5EF4-FFF2-40B4-BE49-F238E27FC236}">
                  <a16:creationId xmlns:a16="http://schemas.microsoft.com/office/drawing/2014/main" id="{41E9B1F1-8906-6D31-D2F3-46530A0E914B}"/>
                </a:ext>
              </a:extLst>
            </p:cNvPr>
            <p:cNvSpPr/>
            <p:nvPr/>
          </p:nvSpPr>
          <p:spPr>
            <a:xfrm>
              <a:off x="426783" y="1196820"/>
              <a:ext cx="3404870" cy="2087245"/>
            </a:xfrm>
            <a:custGeom>
              <a:avLst/>
              <a:gdLst/>
              <a:ahLst/>
              <a:cxnLst/>
              <a:rect l="l" t="t" r="r" b="b"/>
              <a:pathLst>
                <a:path w="3404870" h="2087245">
                  <a:moveTo>
                    <a:pt x="3354669" y="1627780"/>
                  </a:moveTo>
                  <a:lnTo>
                    <a:pt x="1321618" y="1052227"/>
                  </a:lnTo>
                  <a:lnTo>
                    <a:pt x="53774" y="2086957"/>
                  </a:lnTo>
                </a:path>
                <a:path w="3404870" h="2087245">
                  <a:moveTo>
                    <a:pt x="3370953" y="1272177"/>
                  </a:moveTo>
                  <a:lnTo>
                    <a:pt x="1317661" y="708198"/>
                  </a:lnTo>
                  <a:lnTo>
                    <a:pt x="36222" y="1722507"/>
                  </a:lnTo>
                </a:path>
                <a:path w="3404870" h="2087245">
                  <a:moveTo>
                    <a:pt x="3387569" y="909351"/>
                  </a:moveTo>
                  <a:lnTo>
                    <a:pt x="1313628" y="357519"/>
                  </a:lnTo>
                  <a:lnTo>
                    <a:pt x="18301" y="1350368"/>
                  </a:lnTo>
                </a:path>
                <a:path w="3404870" h="2087245">
                  <a:moveTo>
                    <a:pt x="3404524" y="539080"/>
                  </a:moveTo>
                  <a:lnTo>
                    <a:pt x="1309517" y="0"/>
                  </a:lnTo>
                  <a:lnTo>
                    <a:pt x="0" y="970294"/>
                  </a:lnTo>
                </a:path>
              </a:pathLst>
            </a:custGeom>
            <a:ln w="13989">
              <a:solidFill>
                <a:srgbClr val="B0B0B0"/>
              </a:solidFill>
            </a:ln>
          </p:spPr>
          <p:txBody>
            <a:bodyPr wrap="square" lIns="0" tIns="0" rIns="0" bIns="0" rtlCol="0"/>
            <a:lstStyle/>
            <a:p>
              <a:endParaRPr/>
            </a:p>
          </p:txBody>
        </p:sp>
        <p:sp>
          <p:nvSpPr>
            <p:cNvPr id="111" name="object 43">
              <a:extLst>
                <a:ext uri="{FF2B5EF4-FFF2-40B4-BE49-F238E27FC236}">
                  <a16:creationId xmlns:a16="http://schemas.microsoft.com/office/drawing/2014/main" id="{91FEBDAB-BAC1-0842-2710-E3E497C07646}"/>
                </a:ext>
              </a:extLst>
            </p:cNvPr>
            <p:cNvSpPr/>
            <p:nvPr/>
          </p:nvSpPr>
          <p:spPr>
            <a:xfrm>
              <a:off x="3764383" y="1731367"/>
              <a:ext cx="102235" cy="1102995"/>
            </a:xfrm>
            <a:custGeom>
              <a:avLst/>
              <a:gdLst/>
              <a:ahLst/>
              <a:cxnLst/>
              <a:rect l="l" t="t" r="r" b="b"/>
              <a:pathLst>
                <a:path w="102235" h="1102995">
                  <a:moveTo>
                    <a:pt x="0" y="1088399"/>
                  </a:moveTo>
                  <a:lnTo>
                    <a:pt x="51250" y="1102908"/>
                  </a:lnTo>
                </a:path>
                <a:path w="102235" h="1102995">
                  <a:moveTo>
                    <a:pt x="16105" y="732892"/>
                  </a:moveTo>
                  <a:lnTo>
                    <a:pt x="67891" y="747116"/>
                  </a:lnTo>
                </a:path>
                <a:path w="102235" h="1102995">
                  <a:moveTo>
                    <a:pt x="32538" y="370164"/>
                  </a:moveTo>
                  <a:lnTo>
                    <a:pt x="84871" y="384089"/>
                  </a:lnTo>
                </a:path>
                <a:path w="102235" h="1102995">
                  <a:moveTo>
                    <a:pt x="49308" y="0"/>
                  </a:moveTo>
                  <a:lnTo>
                    <a:pt x="102199" y="13608"/>
                  </a:lnTo>
                </a:path>
              </a:pathLst>
            </a:custGeom>
            <a:ln w="13989">
              <a:solidFill>
                <a:srgbClr val="000000"/>
              </a:solidFill>
            </a:ln>
          </p:spPr>
          <p:txBody>
            <a:bodyPr wrap="square" lIns="0" tIns="0" rIns="0" bIns="0" rtlCol="0"/>
            <a:lstStyle/>
            <a:p>
              <a:endParaRPr/>
            </a:p>
          </p:txBody>
        </p:sp>
        <p:pic>
          <p:nvPicPr>
            <p:cNvPr id="112" name="object 44">
              <a:extLst>
                <a:ext uri="{FF2B5EF4-FFF2-40B4-BE49-F238E27FC236}">
                  <a16:creationId xmlns:a16="http://schemas.microsoft.com/office/drawing/2014/main" id="{4921ACF6-D801-2B75-CD99-0B3AD7F2F6C2}"/>
                </a:ext>
              </a:extLst>
            </p:cNvPr>
            <p:cNvPicPr/>
            <p:nvPr/>
          </p:nvPicPr>
          <p:blipFill>
            <a:blip r:embed="rId6" cstate="print"/>
            <a:stretch>
              <a:fillRect/>
            </a:stretch>
          </p:blipFill>
          <p:spPr>
            <a:xfrm>
              <a:off x="651362" y="1286718"/>
              <a:ext cx="2976175" cy="2153961"/>
            </a:xfrm>
            <a:prstGeom prst="rect">
              <a:avLst/>
            </a:prstGeom>
          </p:spPr>
        </p:pic>
      </p:grpSp>
      <p:sp>
        <p:nvSpPr>
          <p:cNvPr id="113" name="object 45">
            <a:extLst>
              <a:ext uri="{FF2B5EF4-FFF2-40B4-BE49-F238E27FC236}">
                <a16:creationId xmlns:a16="http://schemas.microsoft.com/office/drawing/2014/main" id="{808FE6EA-F800-7CF5-A33F-E656A957F9AD}"/>
              </a:ext>
            </a:extLst>
          </p:cNvPr>
          <p:cNvSpPr txBox="1"/>
          <p:nvPr/>
        </p:nvSpPr>
        <p:spPr>
          <a:xfrm>
            <a:off x="9494554" y="4586678"/>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114" name="object 46">
            <a:extLst>
              <a:ext uri="{FF2B5EF4-FFF2-40B4-BE49-F238E27FC236}">
                <a16:creationId xmlns:a16="http://schemas.microsoft.com/office/drawing/2014/main" id="{EDC9AD72-E5E8-67A8-16F1-7085B4E9F1E7}"/>
              </a:ext>
            </a:extLst>
          </p:cNvPr>
          <p:cNvSpPr txBox="1"/>
          <p:nvPr/>
        </p:nvSpPr>
        <p:spPr>
          <a:xfrm>
            <a:off x="9732893" y="4333493"/>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115" name="object 47">
            <a:extLst>
              <a:ext uri="{FF2B5EF4-FFF2-40B4-BE49-F238E27FC236}">
                <a16:creationId xmlns:a16="http://schemas.microsoft.com/office/drawing/2014/main" id="{E673D0B2-1A23-9507-1121-61FD56333784}"/>
              </a:ext>
            </a:extLst>
          </p:cNvPr>
          <p:cNvSpPr txBox="1"/>
          <p:nvPr/>
        </p:nvSpPr>
        <p:spPr>
          <a:xfrm>
            <a:off x="9962257" y="4089841"/>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116" name="object 48">
            <a:extLst>
              <a:ext uri="{FF2B5EF4-FFF2-40B4-BE49-F238E27FC236}">
                <a16:creationId xmlns:a16="http://schemas.microsoft.com/office/drawing/2014/main" id="{EDAED30D-95C9-52FB-E15E-7732F3D3638D}"/>
              </a:ext>
            </a:extLst>
          </p:cNvPr>
          <p:cNvSpPr txBox="1"/>
          <p:nvPr/>
        </p:nvSpPr>
        <p:spPr>
          <a:xfrm rot="16200000">
            <a:off x="10467600" y="2920531"/>
            <a:ext cx="425471" cy="171450"/>
          </a:xfrm>
          <a:prstGeom prst="rect">
            <a:avLst/>
          </a:prstGeom>
        </p:spPr>
        <p:txBody>
          <a:bodyPr vert="horz" wrap="square" lIns="0" tIns="0" rIns="0" bIns="0" rtlCol="0">
            <a:spAutoFit/>
          </a:bodyPr>
          <a:lstStyle/>
          <a:p>
            <a:pPr>
              <a:lnSpc>
                <a:spcPts val="1335"/>
              </a:lnSpc>
            </a:pPr>
            <a:r>
              <a:rPr sz="1350" spc="-10" dirty="0">
                <a:latin typeface="Arial"/>
                <a:cs typeface="Arial"/>
              </a:rPr>
              <a:t>Error</a:t>
            </a:r>
            <a:endParaRPr sz="1350" dirty="0">
              <a:latin typeface="Arial"/>
              <a:cs typeface="Arial"/>
            </a:endParaRPr>
          </a:p>
        </p:txBody>
      </p:sp>
      <p:sp>
        <p:nvSpPr>
          <p:cNvPr id="117" name="object 49">
            <a:extLst>
              <a:ext uri="{FF2B5EF4-FFF2-40B4-BE49-F238E27FC236}">
                <a16:creationId xmlns:a16="http://schemas.microsoft.com/office/drawing/2014/main" id="{1F0E7E9C-D83B-573B-6289-5CB4BA4BF0DA}"/>
              </a:ext>
            </a:extLst>
          </p:cNvPr>
          <p:cNvSpPr txBox="1"/>
          <p:nvPr/>
        </p:nvSpPr>
        <p:spPr>
          <a:xfrm>
            <a:off x="10155992" y="3441687"/>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0</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118" name="object 50">
            <a:extLst>
              <a:ext uri="{FF2B5EF4-FFF2-40B4-BE49-F238E27FC236}">
                <a16:creationId xmlns:a16="http://schemas.microsoft.com/office/drawing/2014/main" id="{450FE5E5-C829-BBE4-5020-81945A2C667C}"/>
              </a:ext>
            </a:extLst>
          </p:cNvPr>
          <p:cNvSpPr txBox="1"/>
          <p:nvPr/>
        </p:nvSpPr>
        <p:spPr>
          <a:xfrm>
            <a:off x="10175438" y="3086965"/>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sp>
        <p:nvSpPr>
          <p:cNvPr id="119" name="object 51">
            <a:extLst>
              <a:ext uri="{FF2B5EF4-FFF2-40B4-BE49-F238E27FC236}">
                <a16:creationId xmlns:a16="http://schemas.microsoft.com/office/drawing/2014/main" id="{A58A0F55-8FB8-5229-7E55-2AF114B5B2F3}"/>
              </a:ext>
            </a:extLst>
          </p:cNvPr>
          <p:cNvSpPr txBox="1"/>
          <p:nvPr/>
        </p:nvSpPr>
        <p:spPr>
          <a:xfrm>
            <a:off x="10195277" y="2725064"/>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1</a:t>
            </a:r>
            <a:r>
              <a:rPr sz="1350" i="1" spc="-25" dirty="0">
                <a:latin typeface="Arial"/>
                <a:cs typeface="Arial"/>
              </a:rPr>
              <a:t>.</a:t>
            </a:r>
            <a:r>
              <a:rPr sz="1350" spc="-25" dirty="0">
                <a:latin typeface="Times New Roman"/>
                <a:cs typeface="Times New Roman"/>
              </a:rPr>
              <a:t>5</a:t>
            </a:r>
            <a:endParaRPr sz="1350">
              <a:latin typeface="Times New Roman"/>
              <a:cs typeface="Times New Roman"/>
            </a:endParaRPr>
          </a:p>
        </p:txBody>
      </p:sp>
      <p:sp>
        <p:nvSpPr>
          <p:cNvPr id="120" name="object 52">
            <a:extLst>
              <a:ext uri="{FF2B5EF4-FFF2-40B4-BE49-F238E27FC236}">
                <a16:creationId xmlns:a16="http://schemas.microsoft.com/office/drawing/2014/main" id="{E2182747-90F0-3780-E0B7-6D7153A4C071}"/>
              </a:ext>
            </a:extLst>
          </p:cNvPr>
          <p:cNvSpPr txBox="1"/>
          <p:nvPr/>
        </p:nvSpPr>
        <p:spPr>
          <a:xfrm>
            <a:off x="10215522" y="2355767"/>
            <a:ext cx="248285" cy="223138"/>
          </a:xfrm>
          <a:prstGeom prst="rect">
            <a:avLst/>
          </a:prstGeom>
        </p:spPr>
        <p:txBody>
          <a:bodyPr vert="horz" wrap="square" lIns="0" tIns="15240" rIns="0" bIns="0" rtlCol="0">
            <a:spAutoFit/>
          </a:bodyPr>
          <a:lstStyle/>
          <a:p>
            <a:pPr marL="12700">
              <a:spcBef>
                <a:spcPts val="120"/>
              </a:spcBef>
            </a:pPr>
            <a:r>
              <a:rPr sz="1350" spc="-25" dirty="0">
                <a:latin typeface="Times New Roman"/>
                <a:cs typeface="Times New Roman"/>
              </a:rPr>
              <a:t>2</a:t>
            </a:r>
            <a:r>
              <a:rPr sz="1350" i="1" spc="-25" dirty="0">
                <a:latin typeface="Arial"/>
                <a:cs typeface="Arial"/>
              </a:rPr>
              <a:t>.</a:t>
            </a:r>
            <a:r>
              <a:rPr sz="1350" spc="-25" dirty="0">
                <a:latin typeface="Times New Roman"/>
                <a:cs typeface="Times New Roman"/>
              </a:rPr>
              <a:t>0</a:t>
            </a:r>
            <a:endParaRPr sz="1350">
              <a:latin typeface="Times New Roman"/>
              <a:cs typeface="Times New Roman"/>
            </a:endParaRPr>
          </a:p>
        </p:txBody>
      </p:sp>
      <p:grpSp>
        <p:nvGrpSpPr>
          <p:cNvPr id="121" name="Group 120">
            <a:extLst>
              <a:ext uri="{FF2B5EF4-FFF2-40B4-BE49-F238E27FC236}">
                <a16:creationId xmlns:a16="http://schemas.microsoft.com/office/drawing/2014/main" id="{C8E5F77A-4991-3964-CD93-1E24814DE654}"/>
              </a:ext>
            </a:extLst>
          </p:cNvPr>
          <p:cNvGrpSpPr/>
          <p:nvPr/>
        </p:nvGrpSpPr>
        <p:grpSpPr>
          <a:xfrm>
            <a:off x="8011071" y="2407678"/>
            <a:ext cx="45000" cy="46800"/>
            <a:chOff x="1834263" y="1683047"/>
            <a:chExt cx="45000" cy="46800"/>
          </a:xfrm>
        </p:grpSpPr>
        <mc:AlternateContent xmlns:mc="http://schemas.openxmlformats.org/markup-compatibility/2006" xmlns:p14="http://schemas.microsoft.com/office/powerpoint/2010/main">
          <mc:Choice Requires="p14">
            <p:contentPart p14:bwMode="auto" r:id="rId17">
              <p14:nvContentPartPr>
                <p14:cNvPr id="122" name="Ink 121">
                  <a:extLst>
                    <a:ext uri="{FF2B5EF4-FFF2-40B4-BE49-F238E27FC236}">
                      <a16:creationId xmlns:a16="http://schemas.microsoft.com/office/drawing/2014/main" id="{03C17B09-12FB-50F0-66DD-0D94E8D7BC1E}"/>
                    </a:ext>
                  </a:extLst>
                </p14:cNvPr>
                <p14:cNvContentPartPr/>
                <p14:nvPr/>
              </p14:nvContentPartPr>
              <p14:xfrm>
                <a:off x="1841823" y="1705007"/>
                <a:ext cx="360" cy="360"/>
              </p14:xfrm>
            </p:contentPart>
          </mc:Choice>
          <mc:Fallback xmlns="">
            <p:pic>
              <p:nvPicPr>
                <p:cNvPr id="3" name="Ink 2">
                  <a:extLst>
                    <a:ext uri="{FF2B5EF4-FFF2-40B4-BE49-F238E27FC236}">
                      <a16:creationId xmlns:a16="http://schemas.microsoft.com/office/drawing/2014/main" id="{D0953100-ED1E-605B-86E5-A59D64C453EC}"/>
                    </a:ext>
                  </a:extLst>
                </p:cNvPr>
                <p:cNvPicPr/>
                <p:nvPr/>
              </p:nvPicPr>
              <p:blipFill>
                <a:blip r:embed="rId18"/>
                <a:stretch>
                  <a:fillRect/>
                </a:stretch>
              </p:blipFill>
              <p:spPr>
                <a:xfrm>
                  <a:off x="1823823" y="168700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3" name="Ink 122">
                  <a:extLst>
                    <a:ext uri="{FF2B5EF4-FFF2-40B4-BE49-F238E27FC236}">
                      <a16:creationId xmlns:a16="http://schemas.microsoft.com/office/drawing/2014/main" id="{550D3515-D126-6A23-6359-334D76CCC7B6}"/>
                    </a:ext>
                  </a:extLst>
                </p14:cNvPr>
                <p14:cNvContentPartPr/>
                <p14:nvPr/>
              </p14:nvContentPartPr>
              <p14:xfrm>
                <a:off x="1841823" y="1705007"/>
                <a:ext cx="360" cy="360"/>
              </p14:xfrm>
            </p:contentPart>
          </mc:Choice>
          <mc:Fallback xmlns="">
            <p:pic>
              <p:nvPicPr>
                <p:cNvPr id="6" name="Ink 5">
                  <a:extLst>
                    <a:ext uri="{FF2B5EF4-FFF2-40B4-BE49-F238E27FC236}">
                      <a16:creationId xmlns:a16="http://schemas.microsoft.com/office/drawing/2014/main" id="{C4C8C965-ECDD-C996-2B4A-36C0A1A40283}"/>
                    </a:ext>
                  </a:extLst>
                </p:cNvPr>
                <p:cNvPicPr/>
                <p:nvPr/>
              </p:nvPicPr>
              <p:blipFill>
                <a:blip r:embed="rId18"/>
                <a:stretch>
                  <a:fillRect/>
                </a:stretch>
              </p:blipFill>
              <p:spPr>
                <a:xfrm>
                  <a:off x="1823823" y="168700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4" name="Ink 123">
                  <a:extLst>
                    <a:ext uri="{FF2B5EF4-FFF2-40B4-BE49-F238E27FC236}">
                      <a16:creationId xmlns:a16="http://schemas.microsoft.com/office/drawing/2014/main" id="{B44A29FD-DAB7-E64D-8541-08DB88A10571}"/>
                    </a:ext>
                  </a:extLst>
                </p14:cNvPr>
                <p14:cNvContentPartPr/>
                <p14:nvPr/>
              </p14:nvContentPartPr>
              <p14:xfrm>
                <a:off x="1834263" y="1683047"/>
                <a:ext cx="45000" cy="46800"/>
              </p14:xfrm>
            </p:contentPart>
          </mc:Choice>
          <mc:Fallback xmlns="">
            <p:pic>
              <p:nvPicPr>
                <p:cNvPr id="9" name="Ink 8">
                  <a:extLst>
                    <a:ext uri="{FF2B5EF4-FFF2-40B4-BE49-F238E27FC236}">
                      <a16:creationId xmlns:a16="http://schemas.microsoft.com/office/drawing/2014/main" id="{2C8A06FE-0EE3-44CD-6B1E-E255FE0D6C45}"/>
                    </a:ext>
                  </a:extLst>
                </p:cNvPr>
                <p:cNvPicPr/>
                <p:nvPr/>
              </p:nvPicPr>
              <p:blipFill>
                <a:blip r:embed="rId10"/>
                <a:stretch>
                  <a:fillRect/>
                </a:stretch>
              </p:blipFill>
              <p:spPr>
                <a:xfrm>
                  <a:off x="1816263" y="1665047"/>
                  <a:ext cx="80640" cy="82440"/>
                </a:xfrm>
                <a:prstGeom prst="rect">
                  <a:avLst/>
                </a:prstGeom>
              </p:spPr>
            </p:pic>
          </mc:Fallback>
        </mc:AlternateContent>
      </p:grpSp>
      <p:grpSp>
        <p:nvGrpSpPr>
          <p:cNvPr id="125" name="Group 124">
            <a:extLst>
              <a:ext uri="{FF2B5EF4-FFF2-40B4-BE49-F238E27FC236}">
                <a16:creationId xmlns:a16="http://schemas.microsoft.com/office/drawing/2014/main" id="{0AB6E17D-8794-DD92-89C3-964D5A1A8BD9}"/>
              </a:ext>
            </a:extLst>
          </p:cNvPr>
          <p:cNvGrpSpPr/>
          <p:nvPr/>
        </p:nvGrpSpPr>
        <p:grpSpPr>
          <a:xfrm>
            <a:off x="8006391" y="2477518"/>
            <a:ext cx="127800" cy="130320"/>
            <a:chOff x="1829583" y="1752887"/>
            <a:chExt cx="127800" cy="130320"/>
          </a:xfrm>
        </p:grpSpPr>
        <mc:AlternateContent xmlns:mc="http://schemas.openxmlformats.org/markup-compatibility/2006" xmlns:p14="http://schemas.microsoft.com/office/powerpoint/2010/main">
          <mc:Choice Requires="p14">
            <p:contentPart p14:bwMode="auto" r:id="rId21">
              <p14:nvContentPartPr>
                <p14:cNvPr id="126" name="Ink 125">
                  <a:extLst>
                    <a:ext uri="{FF2B5EF4-FFF2-40B4-BE49-F238E27FC236}">
                      <a16:creationId xmlns:a16="http://schemas.microsoft.com/office/drawing/2014/main" id="{5AACB879-B145-4604-80BC-D6B1ED271818}"/>
                    </a:ext>
                  </a:extLst>
                </p14:cNvPr>
                <p14:cNvContentPartPr/>
                <p14:nvPr/>
              </p14:nvContentPartPr>
              <p14:xfrm>
                <a:off x="1877103" y="1752887"/>
                <a:ext cx="360" cy="106200"/>
              </p14:xfrm>
            </p:contentPart>
          </mc:Choice>
          <mc:Fallback xmlns="">
            <p:pic>
              <p:nvPicPr>
                <p:cNvPr id="13" name="Ink 12">
                  <a:extLst>
                    <a:ext uri="{FF2B5EF4-FFF2-40B4-BE49-F238E27FC236}">
                      <a16:creationId xmlns:a16="http://schemas.microsoft.com/office/drawing/2014/main" id="{11E82EB6-4148-321F-588C-9CDCFAA77598}"/>
                    </a:ext>
                  </a:extLst>
                </p:cNvPr>
                <p:cNvPicPr/>
                <p:nvPr/>
              </p:nvPicPr>
              <p:blipFill>
                <a:blip r:embed="rId22"/>
                <a:stretch>
                  <a:fillRect/>
                </a:stretch>
              </p:blipFill>
              <p:spPr>
                <a:xfrm>
                  <a:off x="1859103" y="1734887"/>
                  <a:ext cx="360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7" name="Ink 126">
                  <a:extLst>
                    <a:ext uri="{FF2B5EF4-FFF2-40B4-BE49-F238E27FC236}">
                      <a16:creationId xmlns:a16="http://schemas.microsoft.com/office/drawing/2014/main" id="{88EB187F-2C87-68A7-E738-D25B5AC317D6}"/>
                    </a:ext>
                  </a:extLst>
                </p14:cNvPr>
                <p14:cNvContentPartPr/>
                <p14:nvPr/>
              </p14:nvContentPartPr>
              <p14:xfrm>
                <a:off x="1829583" y="1773767"/>
                <a:ext cx="127800" cy="109440"/>
              </p14:xfrm>
            </p:contentPart>
          </mc:Choice>
          <mc:Fallback xmlns="">
            <p:pic>
              <p:nvPicPr>
                <p:cNvPr id="14" name="Ink 13">
                  <a:extLst>
                    <a:ext uri="{FF2B5EF4-FFF2-40B4-BE49-F238E27FC236}">
                      <a16:creationId xmlns:a16="http://schemas.microsoft.com/office/drawing/2014/main" id="{7250E1B2-5646-7267-2AF7-64579D1B7FE4}"/>
                    </a:ext>
                  </a:extLst>
                </p:cNvPr>
                <p:cNvPicPr/>
                <p:nvPr/>
              </p:nvPicPr>
              <p:blipFill>
                <a:blip r:embed="rId24"/>
                <a:stretch>
                  <a:fillRect/>
                </a:stretch>
              </p:blipFill>
              <p:spPr>
                <a:xfrm>
                  <a:off x="1811583" y="1755767"/>
                  <a:ext cx="163440" cy="145080"/>
                </a:xfrm>
                <a:prstGeom prst="rect">
                  <a:avLst/>
                </a:prstGeom>
              </p:spPr>
            </p:pic>
          </mc:Fallback>
        </mc:AlternateContent>
      </p:grpSp>
      <p:grpSp>
        <p:nvGrpSpPr>
          <p:cNvPr id="128" name="Group 127">
            <a:extLst>
              <a:ext uri="{FF2B5EF4-FFF2-40B4-BE49-F238E27FC236}">
                <a16:creationId xmlns:a16="http://schemas.microsoft.com/office/drawing/2014/main" id="{DF718A06-43BB-959B-FA76-A85A6E40C78C}"/>
              </a:ext>
            </a:extLst>
          </p:cNvPr>
          <p:cNvGrpSpPr/>
          <p:nvPr/>
        </p:nvGrpSpPr>
        <p:grpSpPr>
          <a:xfrm>
            <a:off x="8076951" y="2650678"/>
            <a:ext cx="96480" cy="202320"/>
            <a:chOff x="1900143" y="1926047"/>
            <a:chExt cx="96480" cy="202320"/>
          </a:xfrm>
        </p:grpSpPr>
        <mc:AlternateContent xmlns:mc="http://schemas.openxmlformats.org/markup-compatibility/2006" xmlns:p14="http://schemas.microsoft.com/office/powerpoint/2010/main">
          <mc:Choice Requires="p14">
            <p:contentPart p14:bwMode="auto" r:id="rId25">
              <p14:nvContentPartPr>
                <p14:cNvPr id="129" name="Ink 128">
                  <a:extLst>
                    <a:ext uri="{FF2B5EF4-FFF2-40B4-BE49-F238E27FC236}">
                      <a16:creationId xmlns:a16="http://schemas.microsoft.com/office/drawing/2014/main" id="{8B2921D6-6429-CC9C-3EA5-6EECCC875E82}"/>
                    </a:ext>
                  </a:extLst>
                </p14:cNvPr>
                <p14:cNvContentPartPr/>
                <p14:nvPr/>
              </p14:nvContentPartPr>
              <p14:xfrm>
                <a:off x="1904823" y="1926047"/>
                <a:ext cx="48240" cy="152280"/>
              </p14:xfrm>
            </p:contentPart>
          </mc:Choice>
          <mc:Fallback xmlns="">
            <p:pic>
              <p:nvPicPr>
                <p:cNvPr id="53" name="Ink 52">
                  <a:extLst>
                    <a:ext uri="{FF2B5EF4-FFF2-40B4-BE49-F238E27FC236}">
                      <a16:creationId xmlns:a16="http://schemas.microsoft.com/office/drawing/2014/main" id="{EFCEEEBD-809A-1C19-19B5-25519153D328}"/>
                    </a:ext>
                  </a:extLst>
                </p:cNvPr>
                <p:cNvPicPr/>
                <p:nvPr/>
              </p:nvPicPr>
              <p:blipFill>
                <a:blip r:embed="rId26"/>
                <a:stretch>
                  <a:fillRect/>
                </a:stretch>
              </p:blipFill>
              <p:spPr>
                <a:xfrm>
                  <a:off x="1886823" y="1908047"/>
                  <a:ext cx="8388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30" name="Ink 129">
                  <a:extLst>
                    <a:ext uri="{FF2B5EF4-FFF2-40B4-BE49-F238E27FC236}">
                      <a16:creationId xmlns:a16="http://schemas.microsoft.com/office/drawing/2014/main" id="{BAB42848-7DA5-7C79-D9E8-85FA964E678B}"/>
                    </a:ext>
                  </a:extLst>
                </p14:cNvPr>
                <p14:cNvContentPartPr/>
                <p14:nvPr/>
              </p14:nvContentPartPr>
              <p14:xfrm>
                <a:off x="1900143" y="2032967"/>
                <a:ext cx="96480" cy="95400"/>
              </p14:xfrm>
            </p:contentPart>
          </mc:Choice>
          <mc:Fallback xmlns="">
            <p:pic>
              <p:nvPicPr>
                <p:cNvPr id="54" name="Ink 53">
                  <a:extLst>
                    <a:ext uri="{FF2B5EF4-FFF2-40B4-BE49-F238E27FC236}">
                      <a16:creationId xmlns:a16="http://schemas.microsoft.com/office/drawing/2014/main" id="{44C7391A-BD90-D6D8-C5B1-9356401ECD5A}"/>
                    </a:ext>
                  </a:extLst>
                </p:cNvPr>
                <p:cNvPicPr/>
                <p:nvPr/>
              </p:nvPicPr>
              <p:blipFill>
                <a:blip r:embed="rId28"/>
                <a:stretch>
                  <a:fillRect/>
                </a:stretch>
              </p:blipFill>
              <p:spPr>
                <a:xfrm>
                  <a:off x="1882143" y="2014967"/>
                  <a:ext cx="132120" cy="131040"/>
                </a:xfrm>
                <a:prstGeom prst="rect">
                  <a:avLst/>
                </a:prstGeom>
              </p:spPr>
            </p:pic>
          </mc:Fallback>
        </mc:AlternateContent>
      </p:grpSp>
      <p:grpSp>
        <p:nvGrpSpPr>
          <p:cNvPr id="131" name="Group 130">
            <a:extLst>
              <a:ext uri="{FF2B5EF4-FFF2-40B4-BE49-F238E27FC236}">
                <a16:creationId xmlns:a16="http://schemas.microsoft.com/office/drawing/2014/main" id="{3E248FBA-1EDA-7B1F-B7C4-1369A2841455}"/>
              </a:ext>
            </a:extLst>
          </p:cNvPr>
          <p:cNvGrpSpPr/>
          <p:nvPr/>
        </p:nvGrpSpPr>
        <p:grpSpPr>
          <a:xfrm>
            <a:off x="8163479" y="2835192"/>
            <a:ext cx="213566" cy="429160"/>
            <a:chOff x="2022183" y="2240687"/>
            <a:chExt cx="113760" cy="228600"/>
          </a:xfrm>
        </p:grpSpPr>
        <mc:AlternateContent xmlns:mc="http://schemas.openxmlformats.org/markup-compatibility/2006" xmlns:p14="http://schemas.microsoft.com/office/powerpoint/2010/main">
          <mc:Choice Requires="p14">
            <p:contentPart p14:bwMode="auto" r:id="rId29">
              <p14:nvContentPartPr>
                <p14:cNvPr id="132" name="Ink 131">
                  <a:extLst>
                    <a:ext uri="{FF2B5EF4-FFF2-40B4-BE49-F238E27FC236}">
                      <a16:creationId xmlns:a16="http://schemas.microsoft.com/office/drawing/2014/main" id="{DFC809FC-3638-1F20-68C9-CB50F774C4EF}"/>
                    </a:ext>
                  </a:extLst>
                </p14:cNvPr>
                <p14:cNvContentPartPr/>
                <p14:nvPr/>
              </p14:nvContentPartPr>
              <p14:xfrm>
                <a:off x="2022183" y="2240687"/>
                <a:ext cx="65880" cy="222840"/>
              </p14:xfrm>
            </p:contentPart>
          </mc:Choice>
          <mc:Fallback xmlns="">
            <p:pic>
              <p:nvPicPr>
                <p:cNvPr id="5" name="Ink 4">
                  <a:extLst>
                    <a:ext uri="{FF2B5EF4-FFF2-40B4-BE49-F238E27FC236}">
                      <a16:creationId xmlns:a16="http://schemas.microsoft.com/office/drawing/2014/main" id="{8053816D-430D-7853-757E-FED7E6F6F483}"/>
                    </a:ext>
                  </a:extLst>
                </p:cNvPr>
                <p:cNvPicPr/>
                <p:nvPr/>
              </p:nvPicPr>
              <p:blipFill>
                <a:blip r:embed="rId30"/>
                <a:stretch>
                  <a:fillRect/>
                </a:stretch>
              </p:blipFill>
              <p:spPr>
                <a:xfrm>
                  <a:off x="2012580" y="2231074"/>
                  <a:ext cx="84895" cy="241875"/>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33" name="Ink 132">
                  <a:extLst>
                    <a:ext uri="{FF2B5EF4-FFF2-40B4-BE49-F238E27FC236}">
                      <a16:creationId xmlns:a16="http://schemas.microsoft.com/office/drawing/2014/main" id="{2C0D3015-800C-E28D-7E6D-D56BEF9EC118}"/>
                    </a:ext>
                  </a:extLst>
                </p14:cNvPr>
                <p14:cNvContentPartPr/>
                <p14:nvPr/>
              </p14:nvContentPartPr>
              <p14:xfrm>
                <a:off x="2027223" y="2369567"/>
                <a:ext cx="108720" cy="99720"/>
              </p14:xfrm>
            </p:contentPart>
          </mc:Choice>
          <mc:Fallback xmlns="">
            <p:pic>
              <p:nvPicPr>
                <p:cNvPr id="7" name="Ink 6">
                  <a:extLst>
                    <a:ext uri="{FF2B5EF4-FFF2-40B4-BE49-F238E27FC236}">
                      <a16:creationId xmlns:a16="http://schemas.microsoft.com/office/drawing/2014/main" id="{FB367681-AD3F-6ED8-D852-FA1CAB20FE3C}"/>
                    </a:ext>
                  </a:extLst>
                </p:cNvPr>
                <p:cNvPicPr/>
                <p:nvPr/>
              </p:nvPicPr>
              <p:blipFill>
                <a:blip r:embed="rId32"/>
                <a:stretch>
                  <a:fillRect/>
                </a:stretch>
              </p:blipFill>
              <p:spPr>
                <a:xfrm>
                  <a:off x="2017619" y="2359960"/>
                  <a:ext cx="127736" cy="118742"/>
                </a:xfrm>
                <a:prstGeom prst="rect">
                  <a:avLst/>
                </a:prstGeom>
              </p:spPr>
            </p:pic>
          </mc:Fallback>
        </mc:AlternateContent>
      </p:grpSp>
    </p:spTree>
    <p:extLst>
      <p:ext uri="{BB962C8B-B14F-4D97-AF65-F5344CB8AC3E}">
        <p14:creationId xmlns:p14="http://schemas.microsoft.com/office/powerpoint/2010/main" val="1868393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8CAA084-C0BF-3F44-B9BC-34E2888C2CAF}"/>
                  </a:ext>
                </a:extLst>
              </p:cNvPr>
              <p:cNvSpPr>
                <a:spLocks noGrp="1"/>
              </p:cNvSpPr>
              <p:nvPr>
                <p:ph type="title"/>
              </p:nvPr>
            </p:nvSpPr>
            <p:spPr/>
            <p:txBody>
              <a:bodyPr/>
              <a:lstStyle/>
              <a:p>
                <a:r>
                  <a:rPr lang="en-GB" dirty="0"/>
                  <a:t>How to Find the Best Values of </a:t>
                </a:r>
                <a14:m>
                  <m:oMath xmlns:m="http://schemas.openxmlformats.org/officeDocument/2006/math">
                    <m:r>
                      <a:rPr lang="en-GB" b="1" i="1" smtClean="0">
                        <a:latin typeface="Cambria Math" panose="02040503050406030204" pitchFamily="18" charset="0"/>
                        <a:ea typeface="Cambria Math" panose="02040503050406030204" pitchFamily="18" charset="0"/>
                      </a:rPr>
                      <m:t>𝜽</m:t>
                    </m:r>
                  </m:oMath>
                </a14:m>
                <a:r>
                  <a:rPr lang="en-GB" dirty="0"/>
                  <a:t> for the Linear Regression Model?</a:t>
                </a:r>
              </a:p>
            </p:txBody>
          </p:sp>
        </mc:Choice>
        <mc:Fallback xmlns="">
          <p:sp>
            <p:nvSpPr>
              <p:cNvPr id="2" name="Title 1">
                <a:extLst>
                  <a:ext uri="{FF2B5EF4-FFF2-40B4-BE49-F238E27FC236}">
                    <a16:creationId xmlns:a16="http://schemas.microsoft.com/office/drawing/2014/main" id="{08CAA084-C0BF-3F44-B9BC-34E2888C2CAF}"/>
                  </a:ext>
                </a:extLst>
              </p:cNvPr>
              <p:cNvSpPr>
                <a:spLocks noGrp="1" noRot="1" noChangeAspect="1" noMove="1" noResize="1" noEditPoints="1" noAdjustHandles="1" noChangeArrowheads="1" noChangeShapeType="1" noTextEdit="1"/>
              </p:cNvSpPr>
              <p:nvPr>
                <p:ph type="title"/>
              </p:nvPr>
            </p:nvSpPr>
            <p:spPr>
              <a:blipFill>
                <a:blip r:embed="rId3"/>
                <a:stretch>
                  <a:fillRect l="-2413" t="-13333" b="-2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8C08B1-DA6E-8140-BD1B-C8F4107B2AEE}"/>
                  </a:ext>
                </a:extLst>
              </p:cNvPr>
              <p:cNvSpPr>
                <a:spLocks noGrp="1"/>
              </p:cNvSpPr>
              <p:nvPr>
                <p:ph idx="1"/>
              </p:nvPr>
            </p:nvSpPr>
            <p:spPr/>
            <p:txBody>
              <a:bodyPr>
                <a:normAutofit/>
              </a:bodyPr>
              <a:lstStyle/>
              <a:p>
                <a:r>
                  <a:rPr lang="en-GB" sz="3200" dirty="0"/>
                  <a:t>Use the functions in the Scikit-Learn library – a practical way</a:t>
                </a:r>
              </a:p>
              <a:p>
                <a:pPr marL="457200" lvl="1" indent="0">
                  <a:buNone/>
                </a:pPr>
                <a:r>
                  <a:rPr lang="en-GB" sz="2800" dirty="0"/>
                  <a:t>Use </a:t>
                </a:r>
                <a:r>
                  <a:rPr lang="en-GB" sz="2800" dirty="0" err="1">
                    <a:latin typeface="Courier New" panose="02070309020205020404" pitchFamily="49" charset="0"/>
                    <a:cs typeface="Courier New" panose="02070309020205020404" pitchFamily="49" charset="0"/>
                  </a:rPr>
                  <a:t>LinearRegression</a:t>
                </a:r>
                <a:r>
                  <a:rPr lang="en-GB" sz="2800" dirty="0"/>
                  <a:t> class in Scikit-Learn to find </a:t>
                </a:r>
                <a14:m>
                  <m:oMath xmlns:m="http://schemas.openxmlformats.org/officeDocument/2006/math">
                    <m:r>
                      <a:rPr lang="en-GB" sz="2800" b="1" i="1" smtClean="0">
                        <a:latin typeface="Cambria Math" panose="02040503050406030204" pitchFamily="18" charset="0"/>
                        <a:ea typeface="Cambria Math" panose="02040503050406030204" pitchFamily="18" charset="0"/>
                      </a:rPr>
                      <m:t>𝜽</m:t>
                    </m:r>
                  </m:oMath>
                </a14:m>
                <a:r>
                  <a:rPr lang="en-GB" sz="2800" dirty="0"/>
                  <a:t> and the model</a:t>
                </a:r>
              </a:p>
              <a:p>
                <a:r>
                  <a:rPr lang="en-GB" sz="3200" dirty="0"/>
                  <a:t> </a:t>
                </a:r>
                <a:r>
                  <a:rPr lang="en-GB" sz="3200" i="1" dirty="0"/>
                  <a:t>Use the Gradient Descent algorithm </a:t>
                </a:r>
                <a:r>
                  <a:rPr lang="en-GB" sz="3200" dirty="0"/>
                  <a:t>-  a very widely used algorithm and a principled, fundamental way</a:t>
                </a:r>
              </a:p>
              <a:p>
                <a:r>
                  <a:rPr lang="en-GB" sz="3200" dirty="0"/>
                  <a:t>Both have the same goal of finding the best values of </a:t>
                </a:r>
                <a14:m>
                  <m:oMath xmlns:m="http://schemas.openxmlformats.org/officeDocument/2006/math">
                    <m:r>
                      <a:rPr lang="en-GB" sz="3200" b="1" i="1" smtClean="0">
                        <a:latin typeface="Cambria Math" panose="02040503050406030204" pitchFamily="18" charset="0"/>
                        <a:ea typeface="Cambria Math" panose="02040503050406030204" pitchFamily="18" charset="0"/>
                      </a:rPr>
                      <m:t>𝜽</m:t>
                    </m:r>
                  </m:oMath>
                </a14:m>
                <a:r>
                  <a:rPr lang="en-GB" sz="3200" dirty="0"/>
                  <a:t> (i.e. the parameters in the hypothesis) to generate/learn the best model from a training dataset (i.e. a set of training points/examples)</a:t>
                </a:r>
              </a:p>
              <a:p>
                <a:endParaRPr lang="en-GB" sz="3200" dirty="0"/>
              </a:p>
            </p:txBody>
          </p:sp>
        </mc:Choice>
        <mc:Fallback xmlns="">
          <p:sp>
            <p:nvSpPr>
              <p:cNvPr id="3" name="Content Placeholder 2">
                <a:extLst>
                  <a:ext uri="{FF2B5EF4-FFF2-40B4-BE49-F238E27FC236}">
                    <a16:creationId xmlns:a16="http://schemas.microsoft.com/office/drawing/2014/main" id="{EC8C08B1-DA6E-8140-BD1B-C8F4107B2AEE}"/>
                  </a:ext>
                </a:extLst>
              </p:cNvPr>
              <p:cNvSpPr>
                <a:spLocks noGrp="1" noRot="1" noChangeAspect="1" noMove="1" noResize="1" noEditPoints="1" noAdjustHandles="1" noChangeArrowheads="1" noChangeShapeType="1" noTextEdit="1"/>
              </p:cNvSpPr>
              <p:nvPr>
                <p:ph idx="1"/>
              </p:nvPr>
            </p:nvSpPr>
            <p:spPr>
              <a:blipFill>
                <a:blip r:embed="rId4"/>
                <a:stretch>
                  <a:fillRect l="-1327" t="-2907" r="-1448" b="-2035"/>
                </a:stretch>
              </a:blipFill>
            </p:spPr>
            <p:txBody>
              <a:bodyPr/>
              <a:lstStyle/>
              <a:p>
                <a:r>
                  <a:rPr lang="en-US">
                    <a:noFill/>
                  </a:rPr>
                  <a:t> </a:t>
                </a:r>
              </a:p>
            </p:txBody>
          </p:sp>
        </mc:Fallback>
      </mc:AlternateContent>
    </p:spTree>
    <p:extLst>
      <p:ext uri="{BB962C8B-B14F-4D97-AF65-F5344CB8AC3E}">
        <p14:creationId xmlns:p14="http://schemas.microsoft.com/office/powerpoint/2010/main" val="3692990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05AD395-5893-A641-A362-098FB1964B3C}"/>
                  </a:ext>
                </a:extLst>
              </p:cNvPr>
              <p:cNvSpPr>
                <a:spLocks noGrp="1"/>
              </p:cNvSpPr>
              <p:nvPr>
                <p:ph type="title"/>
              </p:nvPr>
            </p:nvSpPr>
            <p:spPr/>
            <p:txBody>
              <a:bodyPr/>
              <a:lstStyle/>
              <a:p>
                <a:r>
                  <a:rPr lang="en-US" dirty="0"/>
                  <a:t>Gradient Descent for Finding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endParaRPr lang="en-US" dirty="0"/>
              </a:p>
            </p:txBody>
          </p:sp>
        </mc:Choice>
        <mc:Fallback xmlns="">
          <p:sp>
            <p:nvSpPr>
              <p:cNvPr id="2" name="Title 1">
                <a:extLst>
                  <a:ext uri="{FF2B5EF4-FFF2-40B4-BE49-F238E27FC236}">
                    <a16:creationId xmlns:a16="http://schemas.microsoft.com/office/drawing/2014/main" id="{405AD395-5893-A641-A362-098FB1964B3C}"/>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9E3D5E-B3A4-4843-8FA5-5EACFF4A0AB4}"/>
                  </a:ext>
                </a:extLst>
              </p:cNvPr>
              <p:cNvSpPr>
                <a:spLocks noGrp="1"/>
              </p:cNvSpPr>
              <p:nvPr>
                <p:ph idx="1"/>
              </p:nvPr>
            </p:nvSpPr>
            <p:spPr/>
            <p:txBody>
              <a:bodyPr>
                <a:normAutofit fontScale="70000" lnSpcReduction="20000"/>
              </a:bodyPr>
              <a:lstStyle/>
              <a:p>
                <a:pPr marL="0" indent="0">
                  <a:buNone/>
                </a:pPr>
                <a:r>
                  <a:rPr lang="en-US" dirty="0"/>
                  <a:t>A very widely used algorithm for finding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so that:</a:t>
                </a:r>
              </a:p>
              <a:p>
                <a:pPr marL="457200" lvl="1" indent="0">
                  <a:buNone/>
                </a:pPr>
                <a14:m>
                  <m:oMathPara xmlns:m="http://schemas.openxmlformats.org/officeDocument/2006/math">
                    <m:oMathParaPr>
                      <m:jc m:val="centerGroup"/>
                    </m:oMathParaPr>
                    <m:oMath xmlns:m="http://schemas.openxmlformats.org/officeDocument/2006/math">
                      <m:limLow>
                        <m:limLowPr>
                          <m:ctrlPr>
                            <a:rPr lang="en-GB" i="1">
                              <a:latin typeface="Cambria Math" panose="02040503050406030204" pitchFamily="18" charset="0"/>
                            </a:rPr>
                          </m:ctrlPr>
                        </m:limLowPr>
                        <m:e>
                          <m:r>
                            <m:rPr>
                              <m:sty m:val="p"/>
                            </m:rPr>
                            <a:rPr lang="en-GB">
                              <a:latin typeface="Cambria Math" panose="02040503050406030204" pitchFamily="18" charset="0"/>
                            </a:rPr>
                            <m:t>min</m:t>
                          </m:r>
                        </m:e>
                        <m:lim>
                          <m:r>
                            <a:rPr lang="en-GB" i="1">
                              <a:latin typeface="Cambria Math" panose="02040503050406030204" pitchFamily="18" charset="0"/>
                              <a:ea typeface="Cambria Math" panose="02040503050406030204" pitchFamily="18" charset="0"/>
                            </a:rPr>
                            <m:t>𝜃</m:t>
                          </m:r>
                        </m:lim>
                      </m:limLow>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m:oMathPara>
                </a14:m>
                <a:endParaRPr lang="en-US" dirty="0"/>
              </a:p>
              <a:p>
                <a:r>
                  <a:rPr lang="en-US" dirty="0"/>
                  <a:t>Step 1. Start with some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e.g. </a:t>
                </a:r>
                <a14:m>
                  <m:oMath xmlns:m="http://schemas.openxmlformats.org/officeDocument/2006/math">
                    <m:r>
                      <a:rPr lang="en-US"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 (0, 0, ⋯, 0)</m:t>
                    </m:r>
                  </m:oMath>
                </a14:m>
                <a:r>
                  <a:rPr lang="en-US" dirty="0"/>
                  <a:t> with every parameter set to </a:t>
                </a:r>
                <a14:m>
                  <m:oMath xmlns:m="http://schemas.openxmlformats.org/officeDocument/2006/math">
                    <m:r>
                      <a:rPr lang="en-US" i="1" dirty="0" smtClean="0">
                        <a:latin typeface="Cambria Math" panose="02040503050406030204" pitchFamily="18" charset="0"/>
                      </a:rPr>
                      <m:t>0</m:t>
                    </m:r>
                  </m:oMath>
                </a14:m>
                <a:endParaRPr lang="en-US" dirty="0"/>
              </a:p>
              <a:p>
                <a:r>
                  <a:rPr lang="en-US" dirty="0"/>
                  <a:t>Step 2. Repeat changing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to reduce </a:t>
                </a:r>
                <a14:m>
                  <m:oMath xmlns:m="http://schemas.openxmlformats.org/officeDocument/2006/math">
                    <m:r>
                      <a:rPr lang="en-GB" b="0" i="1" smtClean="0">
                        <a:latin typeface="Cambria Math" panose="02040503050406030204" pitchFamily="18" charset="0"/>
                      </a:rPr>
                      <m:t>𝐽</m:t>
                    </m:r>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rPr>
                      <m:t>)</m:t>
                    </m:r>
                  </m:oMath>
                </a14:m>
                <a:r>
                  <a:rPr lang="en-US" dirty="0"/>
                  <a:t> in each iteration until </a:t>
                </a:r>
                <a:r>
                  <a:rPr lang="en-US" i="1" dirty="0"/>
                  <a:t>convergence</a:t>
                </a:r>
                <a:r>
                  <a:rPr lang="en-US" dirty="0"/>
                  <a:t>:</a:t>
                </a:r>
              </a:p>
              <a:p>
                <a:pPr marL="457200" lvl="1" indent="0">
                  <a:lnSpc>
                    <a:spcPct val="120000"/>
                  </a:lnSpc>
                  <a:buNone/>
                </a:pPr>
                <a:r>
                  <a:rPr lang="en-US" sz="2900" dirty="0"/>
                  <a:t>For </a:t>
                </a:r>
                <a14:m>
                  <m:oMath xmlns:m="http://schemas.openxmlformats.org/officeDocument/2006/math">
                    <m:r>
                      <a:rPr lang="en-GB" sz="2900" b="0" i="1" smtClean="0">
                        <a:latin typeface="Cambria Math" panose="02040503050406030204" pitchFamily="18" charset="0"/>
                      </a:rPr>
                      <m:t>𝑗</m:t>
                    </m:r>
                    <m:r>
                      <a:rPr lang="en-GB" sz="2900" b="0" i="1" smtClean="0">
                        <a:latin typeface="Cambria Math" panose="02040503050406030204" pitchFamily="18" charset="0"/>
                      </a:rPr>
                      <m:t>=0, 1, 2, …, </m:t>
                    </m:r>
                    <m:r>
                      <a:rPr lang="en-GB" sz="2900" b="0" i="1" smtClean="0">
                        <a:latin typeface="Cambria Math" panose="02040503050406030204" pitchFamily="18" charset="0"/>
                      </a:rPr>
                      <m:t>𝑛</m:t>
                    </m:r>
                  </m:oMath>
                </a14:m>
                <a:r>
                  <a:rPr lang="en-US" sz="2900" dirty="0"/>
                  <a:t>, change </a:t>
                </a:r>
                <a14:m>
                  <m:oMath xmlns:m="http://schemas.openxmlformats.org/officeDocument/2006/math">
                    <m:sSub>
                      <m:sSubPr>
                        <m:ctrlPr>
                          <a:rPr lang="en-US" sz="2900" i="1" smtClean="0">
                            <a:latin typeface="Cambria Math" panose="02040503050406030204" pitchFamily="18" charset="0"/>
                          </a:rPr>
                        </m:ctrlPr>
                      </m:sSubPr>
                      <m:e>
                        <m:r>
                          <a:rPr lang="en-US" sz="2900" i="1" smtClean="0">
                            <a:latin typeface="Cambria Math" panose="02040503050406030204" pitchFamily="18" charset="0"/>
                            <a:ea typeface="Cambria Math" panose="02040503050406030204" pitchFamily="18" charset="0"/>
                          </a:rPr>
                          <m:t>𝜃</m:t>
                        </m:r>
                      </m:e>
                      <m:sub>
                        <m:r>
                          <a:rPr lang="en-GB" sz="2900" b="0" i="1" smtClean="0">
                            <a:latin typeface="Cambria Math" panose="02040503050406030204" pitchFamily="18" charset="0"/>
                          </a:rPr>
                          <m:t>𝑗</m:t>
                        </m:r>
                      </m:sub>
                    </m:sSub>
                  </m:oMath>
                </a14:m>
                <a:r>
                  <a:rPr lang="en-GB" sz="2900" i="1" dirty="0"/>
                  <a:t> </a:t>
                </a:r>
                <a:r>
                  <a:rPr lang="en-GB" sz="2900" dirty="0"/>
                  <a:t>as follows:</a:t>
                </a:r>
                <a:endParaRPr lang="en-GB" sz="2900" dirty="0">
                  <a:latin typeface="Cambria Math" panose="02040503050406030204" pitchFamily="18" charset="0"/>
                </a:endParaRPr>
              </a:p>
              <a:p>
                <a:pPr marL="457200" lvl="1" indent="0">
                  <a:buNone/>
                </a:pPr>
                <a:r>
                  <a:rPr lang="en-US" sz="2900" dirty="0"/>
                  <a:t>	</a:t>
                </a:r>
                <a14:m>
                  <m:oMath xmlns:m="http://schemas.openxmlformats.org/officeDocument/2006/math">
                    <m:sSub>
                      <m:sSubPr>
                        <m:ctrlPr>
                          <a:rPr lang="en-US" sz="2900" i="1" smtClean="0">
                            <a:latin typeface="Cambria Math" panose="02040503050406030204" pitchFamily="18" charset="0"/>
                          </a:rPr>
                        </m:ctrlPr>
                      </m:sSubPr>
                      <m:e>
                        <m:r>
                          <a:rPr lang="en-US" sz="2900" i="1" smtClean="0">
                            <a:latin typeface="Cambria Math" panose="02040503050406030204" pitchFamily="18" charset="0"/>
                            <a:ea typeface="Cambria Math" panose="02040503050406030204" pitchFamily="18" charset="0"/>
                          </a:rPr>
                          <m:t>𝜃</m:t>
                        </m:r>
                      </m:e>
                      <m:sub>
                        <m:r>
                          <a:rPr lang="en-GB" sz="2900" b="0" i="1" smtClean="0">
                            <a:latin typeface="Cambria Math" panose="02040503050406030204" pitchFamily="18" charset="0"/>
                          </a:rPr>
                          <m:t>𝑗</m:t>
                        </m:r>
                      </m:sub>
                    </m:sSub>
                    <m:r>
                      <a:rPr lang="en-GB" sz="2900" b="0" i="1" smtClean="0">
                        <a:latin typeface="Cambria Math" panose="02040503050406030204" pitchFamily="18" charset="0"/>
                      </a:rPr>
                      <m:t> :=</m:t>
                    </m:r>
                    <m:sSub>
                      <m:sSubPr>
                        <m:ctrlPr>
                          <a:rPr lang="en-GB" sz="2900" b="0" i="1" smtClean="0">
                            <a:latin typeface="Cambria Math" panose="02040503050406030204" pitchFamily="18" charset="0"/>
                          </a:rPr>
                        </m:ctrlPr>
                      </m:sSubPr>
                      <m:e>
                        <m:r>
                          <a:rPr lang="en-GB" sz="2900" b="0" i="1" smtClean="0">
                            <a:latin typeface="Cambria Math" panose="02040503050406030204" pitchFamily="18" charset="0"/>
                            <a:ea typeface="Cambria Math" panose="02040503050406030204" pitchFamily="18" charset="0"/>
                          </a:rPr>
                          <m:t>𝜃</m:t>
                        </m:r>
                      </m:e>
                      <m:sub>
                        <m:r>
                          <a:rPr lang="en-GB" sz="2900" b="0" i="1" smtClean="0">
                            <a:latin typeface="Cambria Math" panose="02040503050406030204" pitchFamily="18" charset="0"/>
                          </a:rPr>
                          <m:t>𝑗</m:t>
                        </m:r>
                      </m:sub>
                    </m:sSub>
                    <m:r>
                      <a:rPr lang="en-GB" sz="2900" b="0" i="1" smtClean="0">
                        <a:latin typeface="Cambria Math" panose="02040503050406030204" pitchFamily="18" charset="0"/>
                      </a:rPr>
                      <m:t>−</m:t>
                    </m:r>
                    <m:r>
                      <a:rPr lang="en-GB" sz="2900" b="0" i="1" smtClean="0">
                        <a:latin typeface="Cambria Math" panose="02040503050406030204" pitchFamily="18" charset="0"/>
                        <a:ea typeface="Cambria Math" panose="02040503050406030204" pitchFamily="18" charset="0"/>
                      </a:rPr>
                      <m:t>𝛼</m:t>
                    </m:r>
                    <m:f>
                      <m:fPr>
                        <m:ctrlPr>
                          <a:rPr lang="en-GB" sz="2900" b="0" i="1" smtClean="0">
                            <a:solidFill>
                              <a:srgbClr val="C00000"/>
                            </a:solidFill>
                            <a:latin typeface="Cambria Math" panose="02040503050406030204" pitchFamily="18" charset="0"/>
                            <a:ea typeface="Cambria Math" panose="02040503050406030204" pitchFamily="18" charset="0"/>
                          </a:rPr>
                        </m:ctrlPr>
                      </m:fPr>
                      <m:num>
                        <m:r>
                          <a:rPr lang="en-GB" sz="2900" b="0" i="1" smtClean="0">
                            <a:solidFill>
                              <a:srgbClr val="C00000"/>
                            </a:solidFill>
                            <a:latin typeface="Cambria Math" panose="02040503050406030204" pitchFamily="18" charset="0"/>
                            <a:ea typeface="Cambria Math" panose="02040503050406030204" pitchFamily="18" charset="0"/>
                          </a:rPr>
                          <m:t>𝜕</m:t>
                        </m:r>
                      </m:num>
                      <m:den>
                        <m:r>
                          <a:rPr lang="en-GB" sz="2900" b="0" i="1" smtClean="0">
                            <a:solidFill>
                              <a:srgbClr val="C00000"/>
                            </a:solidFill>
                            <a:latin typeface="Cambria Math" panose="02040503050406030204" pitchFamily="18" charset="0"/>
                            <a:ea typeface="Cambria Math" panose="02040503050406030204" pitchFamily="18" charset="0"/>
                          </a:rPr>
                          <m:t>𝜕</m:t>
                        </m:r>
                        <m:sSub>
                          <m:sSubPr>
                            <m:ctrlPr>
                              <a:rPr lang="en-GB" sz="2900" b="0" i="1" smtClean="0">
                                <a:solidFill>
                                  <a:srgbClr val="C00000"/>
                                </a:solidFill>
                                <a:latin typeface="Cambria Math" panose="02040503050406030204" pitchFamily="18" charset="0"/>
                                <a:ea typeface="Cambria Math" panose="02040503050406030204" pitchFamily="18" charset="0"/>
                              </a:rPr>
                            </m:ctrlPr>
                          </m:sSubPr>
                          <m:e>
                            <m:r>
                              <a:rPr lang="en-GB" sz="2900" b="0" i="1" smtClean="0">
                                <a:solidFill>
                                  <a:srgbClr val="C00000"/>
                                </a:solidFill>
                                <a:latin typeface="Cambria Math" panose="02040503050406030204" pitchFamily="18" charset="0"/>
                                <a:ea typeface="Cambria Math" panose="02040503050406030204" pitchFamily="18" charset="0"/>
                              </a:rPr>
                              <m:t>𝜃</m:t>
                            </m:r>
                          </m:e>
                          <m:sub>
                            <m:r>
                              <a:rPr lang="en-GB" sz="2900" b="0" i="1" smtClean="0">
                                <a:solidFill>
                                  <a:srgbClr val="C00000"/>
                                </a:solidFill>
                                <a:latin typeface="Cambria Math" panose="02040503050406030204" pitchFamily="18" charset="0"/>
                                <a:ea typeface="Cambria Math" panose="02040503050406030204" pitchFamily="18" charset="0"/>
                              </a:rPr>
                              <m:t>𝑗</m:t>
                            </m:r>
                          </m:sub>
                        </m:sSub>
                      </m:den>
                    </m:f>
                    <m:r>
                      <a:rPr lang="en-GB" sz="2900" i="1">
                        <a:solidFill>
                          <a:srgbClr val="C00000"/>
                        </a:solidFill>
                        <a:latin typeface="Cambria Math" panose="02040503050406030204" pitchFamily="18" charset="0"/>
                        <a:ea typeface="Cambria Math" panose="02040503050406030204" pitchFamily="18" charset="0"/>
                      </a:rPr>
                      <m:t>𝐽</m:t>
                    </m:r>
                    <m:d>
                      <m:dPr>
                        <m:ctrlPr>
                          <a:rPr lang="en-GB" sz="2900" i="1">
                            <a:solidFill>
                              <a:srgbClr val="C00000"/>
                            </a:solidFill>
                            <a:latin typeface="Cambria Math" panose="02040503050406030204" pitchFamily="18" charset="0"/>
                            <a:ea typeface="Cambria Math" panose="02040503050406030204" pitchFamily="18" charset="0"/>
                          </a:rPr>
                        </m:ctrlPr>
                      </m:dPr>
                      <m:e>
                        <m:r>
                          <a:rPr lang="en-GB" sz="2900" i="1">
                            <a:solidFill>
                              <a:srgbClr val="C00000"/>
                            </a:solidFill>
                            <a:latin typeface="Cambria Math" panose="02040503050406030204" pitchFamily="18" charset="0"/>
                            <a:ea typeface="Cambria Math" panose="02040503050406030204" pitchFamily="18" charset="0"/>
                          </a:rPr>
                          <m:t>𝜃</m:t>
                        </m:r>
                      </m:e>
                    </m:d>
                  </m:oMath>
                </a14:m>
                <a:endParaRPr lang="en-GB" sz="2900" i="1" dirty="0">
                  <a:latin typeface="Cambria Math" panose="02040503050406030204" pitchFamily="18" charset="0"/>
                  <a:ea typeface="Cambria Math" panose="02040503050406030204" pitchFamily="18" charset="0"/>
                </a:endParaRPr>
              </a:p>
              <a:p>
                <a:pPr marL="457200" lvl="1" indent="0">
                  <a:buNone/>
                </a:pPr>
                <a:r>
                  <a:rPr lang="en-GB" sz="2900" dirty="0"/>
                  <a:t>	</a:t>
                </a:r>
                <a14:m>
                  <m:oMath xmlns:m="http://schemas.openxmlformats.org/officeDocument/2006/math">
                    <m:r>
                      <a:rPr lang="en-GB" sz="2900" i="1">
                        <a:latin typeface="Cambria Math" panose="02040503050406030204" pitchFamily="18" charset="0"/>
                      </a:rPr>
                      <m:t>=</m:t>
                    </m:r>
                    <m:sSub>
                      <m:sSubPr>
                        <m:ctrlPr>
                          <a:rPr lang="en-GB" sz="2900" i="1">
                            <a:latin typeface="Cambria Math" panose="02040503050406030204" pitchFamily="18" charset="0"/>
                          </a:rPr>
                        </m:ctrlPr>
                      </m:sSubPr>
                      <m:e>
                        <m:r>
                          <a:rPr lang="en-GB" sz="2900" i="1">
                            <a:latin typeface="Cambria Math" panose="02040503050406030204" pitchFamily="18" charset="0"/>
                            <a:ea typeface="Cambria Math" panose="02040503050406030204" pitchFamily="18" charset="0"/>
                          </a:rPr>
                          <m:t>𝜃</m:t>
                        </m:r>
                      </m:e>
                      <m:sub>
                        <m:r>
                          <a:rPr lang="en-GB" sz="2900" i="1">
                            <a:latin typeface="Cambria Math" panose="02040503050406030204" pitchFamily="18" charset="0"/>
                          </a:rPr>
                          <m:t>𝑗</m:t>
                        </m:r>
                      </m:sub>
                    </m:sSub>
                    <m:r>
                      <a:rPr lang="en-GB" sz="2900" i="1">
                        <a:latin typeface="Cambria Math" panose="02040503050406030204" pitchFamily="18" charset="0"/>
                      </a:rPr>
                      <m:t>−</m:t>
                    </m:r>
                    <m:r>
                      <a:rPr lang="en-GB" sz="2900" i="1">
                        <a:latin typeface="Cambria Math" panose="02040503050406030204" pitchFamily="18" charset="0"/>
                        <a:ea typeface="Cambria Math" panose="02040503050406030204" pitchFamily="18" charset="0"/>
                      </a:rPr>
                      <m:t>𝛼</m:t>
                    </m:r>
                    <m:f>
                      <m:fPr>
                        <m:ctrlPr>
                          <a:rPr lang="en-GB" sz="2900" i="1" smtClean="0">
                            <a:solidFill>
                              <a:srgbClr val="C00000"/>
                            </a:solidFill>
                            <a:latin typeface="Cambria Math" panose="02040503050406030204" pitchFamily="18" charset="0"/>
                            <a:ea typeface="Cambria Math" panose="02040503050406030204" pitchFamily="18" charset="0"/>
                          </a:rPr>
                        </m:ctrlPr>
                      </m:fPr>
                      <m:num>
                        <m:r>
                          <a:rPr lang="en-GB" sz="2900" b="0" i="1" smtClean="0">
                            <a:solidFill>
                              <a:srgbClr val="C00000"/>
                            </a:solidFill>
                            <a:latin typeface="Cambria Math" panose="02040503050406030204" pitchFamily="18" charset="0"/>
                            <a:ea typeface="Cambria Math" panose="02040503050406030204" pitchFamily="18" charset="0"/>
                          </a:rPr>
                          <m:t>1</m:t>
                        </m:r>
                      </m:num>
                      <m:den>
                        <m:r>
                          <a:rPr lang="en-GB" sz="2900" b="0" i="1" smtClean="0">
                            <a:solidFill>
                              <a:srgbClr val="C00000"/>
                            </a:solidFill>
                            <a:latin typeface="Cambria Math" panose="02040503050406030204" pitchFamily="18" charset="0"/>
                            <a:ea typeface="Cambria Math" panose="02040503050406030204" pitchFamily="18" charset="0"/>
                          </a:rPr>
                          <m:t>𝑚</m:t>
                        </m:r>
                      </m:den>
                    </m:f>
                    <m:nary>
                      <m:naryPr>
                        <m:chr m:val="∑"/>
                        <m:ctrlPr>
                          <a:rPr lang="en-GB" sz="2900" i="1" smtClean="0">
                            <a:solidFill>
                              <a:srgbClr val="C00000"/>
                            </a:solidFill>
                            <a:latin typeface="Cambria Math" panose="02040503050406030204" pitchFamily="18" charset="0"/>
                          </a:rPr>
                        </m:ctrlPr>
                      </m:naryPr>
                      <m:sub>
                        <m:r>
                          <m:rPr>
                            <m:brk m:alnAt="23"/>
                          </m:rPr>
                          <a:rPr lang="en-GB" sz="2900" i="1">
                            <a:solidFill>
                              <a:srgbClr val="C00000"/>
                            </a:solidFill>
                            <a:latin typeface="Cambria Math" panose="02040503050406030204" pitchFamily="18" charset="0"/>
                          </a:rPr>
                          <m:t>𝑖</m:t>
                        </m:r>
                        <m:r>
                          <a:rPr lang="en-GB" sz="2900" i="1">
                            <a:solidFill>
                              <a:srgbClr val="C00000"/>
                            </a:solidFill>
                            <a:latin typeface="Cambria Math" panose="02040503050406030204" pitchFamily="18" charset="0"/>
                          </a:rPr>
                          <m:t>=1</m:t>
                        </m:r>
                      </m:sub>
                      <m:sup>
                        <m:r>
                          <a:rPr lang="en-GB" sz="2900" i="1">
                            <a:solidFill>
                              <a:srgbClr val="C00000"/>
                            </a:solidFill>
                            <a:latin typeface="Cambria Math" panose="02040503050406030204" pitchFamily="18" charset="0"/>
                          </a:rPr>
                          <m:t>𝑚</m:t>
                        </m:r>
                      </m:sup>
                      <m:e>
                        <m:d>
                          <m:dPr>
                            <m:ctrlPr>
                              <a:rPr lang="en-GB" sz="2900" i="1">
                                <a:solidFill>
                                  <a:srgbClr val="C00000"/>
                                </a:solidFill>
                                <a:latin typeface="Cambria Math" panose="02040503050406030204" pitchFamily="18" charset="0"/>
                              </a:rPr>
                            </m:ctrlPr>
                          </m:dPr>
                          <m:e>
                            <m:sSub>
                              <m:sSubPr>
                                <m:ctrlPr>
                                  <a:rPr lang="en-GB" sz="2900" i="1">
                                    <a:solidFill>
                                      <a:srgbClr val="C00000"/>
                                    </a:solidFill>
                                    <a:latin typeface="Cambria Math" panose="02040503050406030204" pitchFamily="18" charset="0"/>
                                  </a:rPr>
                                </m:ctrlPr>
                              </m:sSubPr>
                              <m:e>
                                <m:r>
                                  <a:rPr lang="en-GB" sz="2900" i="1">
                                    <a:solidFill>
                                      <a:srgbClr val="C00000"/>
                                    </a:solidFill>
                                    <a:latin typeface="Cambria Math" panose="02040503050406030204" pitchFamily="18" charset="0"/>
                                  </a:rPr>
                                  <m:t>h</m:t>
                                </m:r>
                              </m:e>
                              <m:sub>
                                <m:r>
                                  <a:rPr lang="en-GB" sz="2900" i="1">
                                    <a:solidFill>
                                      <a:srgbClr val="C00000"/>
                                    </a:solidFill>
                                    <a:latin typeface="Cambria Math" panose="02040503050406030204" pitchFamily="18" charset="0"/>
                                    <a:ea typeface="Cambria Math" panose="02040503050406030204" pitchFamily="18" charset="0"/>
                                  </a:rPr>
                                  <m:t>𝜃</m:t>
                                </m:r>
                              </m:sub>
                            </m:sSub>
                            <m:d>
                              <m:dPr>
                                <m:ctrlPr>
                                  <a:rPr lang="en-GB" sz="2900" i="1">
                                    <a:solidFill>
                                      <a:srgbClr val="C00000"/>
                                    </a:solidFill>
                                    <a:latin typeface="Cambria Math" panose="02040503050406030204" pitchFamily="18" charset="0"/>
                                  </a:rPr>
                                </m:ctrlPr>
                              </m:dPr>
                              <m:e>
                                <m:sSup>
                                  <m:sSupPr>
                                    <m:ctrlPr>
                                      <a:rPr lang="en-GB" sz="2900" i="1">
                                        <a:solidFill>
                                          <a:srgbClr val="C00000"/>
                                        </a:solidFill>
                                        <a:latin typeface="Cambria Math" panose="02040503050406030204" pitchFamily="18" charset="0"/>
                                      </a:rPr>
                                    </m:ctrlPr>
                                  </m:sSupPr>
                                  <m:e>
                                    <m:r>
                                      <a:rPr lang="en-GB" sz="2900" i="1">
                                        <a:solidFill>
                                          <a:srgbClr val="C00000"/>
                                        </a:solidFill>
                                        <a:latin typeface="Cambria Math" panose="02040503050406030204" pitchFamily="18" charset="0"/>
                                      </a:rPr>
                                      <m:t>𝑥</m:t>
                                    </m:r>
                                  </m:e>
                                  <m:sup>
                                    <m:d>
                                      <m:dPr>
                                        <m:ctrlPr>
                                          <a:rPr lang="en-GB" sz="2900" i="1">
                                            <a:solidFill>
                                              <a:srgbClr val="C00000"/>
                                            </a:solidFill>
                                            <a:latin typeface="Cambria Math" panose="02040503050406030204" pitchFamily="18" charset="0"/>
                                          </a:rPr>
                                        </m:ctrlPr>
                                      </m:dPr>
                                      <m:e>
                                        <m:r>
                                          <a:rPr lang="en-GB" sz="2900" i="1">
                                            <a:solidFill>
                                              <a:srgbClr val="C00000"/>
                                            </a:solidFill>
                                            <a:latin typeface="Cambria Math" panose="02040503050406030204" pitchFamily="18" charset="0"/>
                                          </a:rPr>
                                          <m:t>𝑖</m:t>
                                        </m:r>
                                      </m:e>
                                    </m:d>
                                  </m:sup>
                                </m:sSup>
                              </m:e>
                            </m:d>
                            <m:r>
                              <a:rPr lang="en-GB" sz="2900" i="1">
                                <a:solidFill>
                                  <a:srgbClr val="C00000"/>
                                </a:solidFill>
                                <a:latin typeface="Cambria Math" panose="02040503050406030204" pitchFamily="18" charset="0"/>
                              </a:rPr>
                              <m:t>−</m:t>
                            </m:r>
                            <m:sSup>
                              <m:sSupPr>
                                <m:ctrlPr>
                                  <a:rPr lang="en-GB" sz="2900" i="1">
                                    <a:solidFill>
                                      <a:srgbClr val="C00000"/>
                                    </a:solidFill>
                                    <a:latin typeface="Cambria Math" panose="02040503050406030204" pitchFamily="18" charset="0"/>
                                  </a:rPr>
                                </m:ctrlPr>
                              </m:sSupPr>
                              <m:e>
                                <m:r>
                                  <a:rPr lang="en-GB" sz="2900" i="1">
                                    <a:solidFill>
                                      <a:srgbClr val="C00000"/>
                                    </a:solidFill>
                                    <a:latin typeface="Cambria Math" panose="02040503050406030204" pitchFamily="18" charset="0"/>
                                  </a:rPr>
                                  <m:t>𝑦</m:t>
                                </m:r>
                              </m:e>
                              <m:sup>
                                <m:d>
                                  <m:dPr>
                                    <m:ctrlPr>
                                      <a:rPr lang="en-GB" sz="2900" i="1">
                                        <a:solidFill>
                                          <a:srgbClr val="C00000"/>
                                        </a:solidFill>
                                        <a:latin typeface="Cambria Math" panose="02040503050406030204" pitchFamily="18" charset="0"/>
                                      </a:rPr>
                                    </m:ctrlPr>
                                  </m:dPr>
                                  <m:e>
                                    <m:r>
                                      <a:rPr lang="en-GB" sz="2900" i="1">
                                        <a:solidFill>
                                          <a:srgbClr val="C00000"/>
                                        </a:solidFill>
                                        <a:latin typeface="Cambria Math" panose="02040503050406030204" pitchFamily="18" charset="0"/>
                                      </a:rPr>
                                      <m:t>𝑖</m:t>
                                    </m:r>
                                  </m:e>
                                </m:d>
                              </m:sup>
                            </m:sSup>
                          </m:e>
                        </m:d>
                        <m:r>
                          <a:rPr lang="en-GB" sz="2900" i="1">
                            <a:solidFill>
                              <a:srgbClr val="C00000"/>
                            </a:solidFill>
                            <a:latin typeface="Cambria Math" panose="02040503050406030204" pitchFamily="18" charset="0"/>
                            <a:ea typeface="Cambria Math" panose="02040503050406030204" pitchFamily="18" charset="0"/>
                          </a:rPr>
                          <m:t>∙</m:t>
                        </m:r>
                        <m:sSubSup>
                          <m:sSubSupPr>
                            <m:ctrlPr>
                              <a:rPr lang="en-GB" sz="2900" i="1">
                                <a:solidFill>
                                  <a:srgbClr val="C00000"/>
                                </a:solidFill>
                                <a:latin typeface="Cambria Math" panose="02040503050406030204" pitchFamily="18" charset="0"/>
                                <a:ea typeface="Cambria Math" panose="02040503050406030204" pitchFamily="18" charset="0"/>
                              </a:rPr>
                            </m:ctrlPr>
                          </m:sSubSupPr>
                          <m:e>
                            <m:r>
                              <a:rPr lang="en-GB" sz="2900" i="1">
                                <a:solidFill>
                                  <a:srgbClr val="C00000"/>
                                </a:solidFill>
                                <a:latin typeface="Cambria Math" panose="02040503050406030204" pitchFamily="18" charset="0"/>
                                <a:ea typeface="Cambria Math" panose="02040503050406030204" pitchFamily="18" charset="0"/>
                              </a:rPr>
                              <m:t>𝑥</m:t>
                            </m:r>
                          </m:e>
                          <m:sub>
                            <m:r>
                              <a:rPr lang="en-GB" sz="2900" i="1">
                                <a:solidFill>
                                  <a:srgbClr val="C00000"/>
                                </a:solidFill>
                                <a:latin typeface="Cambria Math" panose="02040503050406030204" pitchFamily="18" charset="0"/>
                                <a:ea typeface="Cambria Math" panose="02040503050406030204" pitchFamily="18" charset="0"/>
                              </a:rPr>
                              <m:t>𝑗</m:t>
                            </m:r>
                          </m:sub>
                          <m:sup>
                            <m:d>
                              <m:dPr>
                                <m:ctrlPr>
                                  <a:rPr lang="en-GB" sz="2900" i="1">
                                    <a:solidFill>
                                      <a:srgbClr val="C00000"/>
                                    </a:solidFill>
                                    <a:latin typeface="Cambria Math" panose="02040503050406030204" pitchFamily="18" charset="0"/>
                                    <a:ea typeface="Cambria Math" panose="02040503050406030204" pitchFamily="18" charset="0"/>
                                  </a:rPr>
                                </m:ctrlPr>
                              </m:dPr>
                              <m:e>
                                <m:r>
                                  <a:rPr lang="en-GB" sz="2900" i="1">
                                    <a:solidFill>
                                      <a:srgbClr val="C00000"/>
                                    </a:solidFill>
                                    <a:latin typeface="Cambria Math" panose="02040503050406030204" pitchFamily="18" charset="0"/>
                                    <a:ea typeface="Cambria Math" panose="02040503050406030204" pitchFamily="18" charset="0"/>
                                  </a:rPr>
                                  <m:t>𝑖</m:t>
                                </m:r>
                              </m:e>
                            </m:d>
                          </m:sup>
                        </m:sSubSup>
                      </m:e>
                    </m:nary>
                  </m:oMath>
                </a14:m>
                <a:endParaRPr lang="en-GB" sz="2900" dirty="0">
                  <a:ea typeface="Cambria Math" panose="02040503050406030204" pitchFamily="18" charset="0"/>
                </a:endParaRPr>
              </a:p>
              <a:p>
                <a:pPr marL="457200" lvl="1" indent="0">
                  <a:lnSpc>
                    <a:spcPct val="120000"/>
                  </a:lnSpc>
                  <a:buNone/>
                </a:pPr>
                <a:r>
                  <a:rPr lang="en-US" sz="2900" dirty="0"/>
                  <a:t>where </a:t>
                </a:r>
                <a14:m>
                  <m:oMath xmlns:m="http://schemas.openxmlformats.org/officeDocument/2006/math">
                    <m:r>
                      <a:rPr lang="en-US" sz="2900" i="1" smtClean="0">
                        <a:latin typeface="Cambria Math" panose="02040503050406030204" pitchFamily="18" charset="0"/>
                        <a:ea typeface="Cambria Math" panose="02040503050406030204" pitchFamily="18" charset="0"/>
                      </a:rPr>
                      <m:t>𝛼</m:t>
                    </m:r>
                  </m:oMath>
                </a14:m>
                <a:r>
                  <a:rPr lang="en-US" sz="2900" dirty="0"/>
                  <a:t> is called the </a:t>
                </a:r>
                <a:r>
                  <a:rPr lang="en-US" sz="2900" i="1" dirty="0"/>
                  <a:t>learning rate</a:t>
                </a:r>
                <a:r>
                  <a:rPr lang="en-US" sz="2900" dirty="0"/>
                  <a:t>, </a:t>
                </a:r>
                <a14:m>
                  <m:oMath xmlns:m="http://schemas.openxmlformats.org/officeDocument/2006/math">
                    <m:f>
                      <m:fPr>
                        <m:ctrlPr>
                          <a:rPr lang="en-GB" sz="2900" i="1" smtClean="0">
                            <a:solidFill>
                              <a:srgbClr val="C00000"/>
                            </a:solidFill>
                            <a:latin typeface="Cambria Math" panose="02040503050406030204" pitchFamily="18" charset="0"/>
                            <a:ea typeface="Cambria Math" panose="02040503050406030204" pitchFamily="18" charset="0"/>
                          </a:rPr>
                        </m:ctrlPr>
                      </m:fPr>
                      <m:num>
                        <m:r>
                          <a:rPr lang="en-GB" sz="2900" i="1">
                            <a:solidFill>
                              <a:srgbClr val="C00000"/>
                            </a:solidFill>
                            <a:latin typeface="Cambria Math" panose="02040503050406030204" pitchFamily="18" charset="0"/>
                            <a:ea typeface="Cambria Math" panose="02040503050406030204" pitchFamily="18" charset="0"/>
                          </a:rPr>
                          <m:t>𝜕</m:t>
                        </m:r>
                      </m:num>
                      <m:den>
                        <m:r>
                          <a:rPr lang="en-GB" sz="2900" i="1">
                            <a:solidFill>
                              <a:srgbClr val="C00000"/>
                            </a:solidFill>
                            <a:latin typeface="Cambria Math" panose="02040503050406030204" pitchFamily="18" charset="0"/>
                            <a:ea typeface="Cambria Math" panose="02040503050406030204" pitchFamily="18" charset="0"/>
                          </a:rPr>
                          <m:t>𝜕</m:t>
                        </m:r>
                        <m:sSub>
                          <m:sSubPr>
                            <m:ctrlPr>
                              <a:rPr lang="en-GB" sz="2900" i="1">
                                <a:solidFill>
                                  <a:srgbClr val="C00000"/>
                                </a:solidFill>
                                <a:latin typeface="Cambria Math" panose="02040503050406030204" pitchFamily="18" charset="0"/>
                                <a:ea typeface="Cambria Math" panose="02040503050406030204" pitchFamily="18" charset="0"/>
                              </a:rPr>
                            </m:ctrlPr>
                          </m:sSubPr>
                          <m:e>
                            <m:r>
                              <a:rPr lang="en-GB" sz="2900" i="1">
                                <a:solidFill>
                                  <a:srgbClr val="C00000"/>
                                </a:solidFill>
                                <a:latin typeface="Cambria Math" panose="02040503050406030204" pitchFamily="18" charset="0"/>
                                <a:ea typeface="Cambria Math" panose="02040503050406030204" pitchFamily="18" charset="0"/>
                              </a:rPr>
                              <m:t>𝜃</m:t>
                            </m:r>
                          </m:e>
                          <m:sub>
                            <m:r>
                              <a:rPr lang="en-GB" sz="2900" i="1">
                                <a:solidFill>
                                  <a:srgbClr val="C00000"/>
                                </a:solidFill>
                                <a:latin typeface="Cambria Math" panose="02040503050406030204" pitchFamily="18" charset="0"/>
                                <a:ea typeface="Cambria Math" panose="02040503050406030204" pitchFamily="18" charset="0"/>
                              </a:rPr>
                              <m:t>𝑗</m:t>
                            </m:r>
                          </m:sub>
                        </m:sSub>
                      </m:den>
                    </m:f>
                    <m:r>
                      <a:rPr lang="en-GB" sz="2900" i="1">
                        <a:solidFill>
                          <a:srgbClr val="C00000"/>
                        </a:solidFill>
                        <a:latin typeface="Cambria Math" panose="02040503050406030204" pitchFamily="18" charset="0"/>
                        <a:ea typeface="Cambria Math" panose="02040503050406030204" pitchFamily="18" charset="0"/>
                      </a:rPr>
                      <m:t>𝐽</m:t>
                    </m:r>
                    <m:r>
                      <a:rPr lang="en-GB" sz="2900" i="1">
                        <a:solidFill>
                          <a:srgbClr val="C00000"/>
                        </a:solidFill>
                        <a:latin typeface="Cambria Math" panose="02040503050406030204" pitchFamily="18" charset="0"/>
                        <a:ea typeface="Cambria Math" panose="02040503050406030204" pitchFamily="18" charset="0"/>
                      </a:rPr>
                      <m:t>(</m:t>
                    </m:r>
                    <m:r>
                      <a:rPr lang="en-GB" sz="2900" i="1">
                        <a:solidFill>
                          <a:srgbClr val="C00000"/>
                        </a:solidFill>
                        <a:latin typeface="Cambria Math" panose="02040503050406030204" pitchFamily="18" charset="0"/>
                        <a:ea typeface="Cambria Math" panose="02040503050406030204" pitchFamily="18" charset="0"/>
                      </a:rPr>
                      <m:t>𝜃</m:t>
                    </m:r>
                    <m:r>
                      <a:rPr lang="en-GB" sz="2900" i="1">
                        <a:solidFill>
                          <a:srgbClr val="C00000"/>
                        </a:solidFill>
                        <a:latin typeface="Cambria Math" panose="02040503050406030204" pitchFamily="18" charset="0"/>
                        <a:ea typeface="Cambria Math" panose="02040503050406030204" pitchFamily="18" charset="0"/>
                      </a:rPr>
                      <m:t>)</m:t>
                    </m:r>
                  </m:oMath>
                </a14:m>
                <a:r>
                  <a:rPr lang="en-US" sz="2900" dirty="0">
                    <a:solidFill>
                      <a:srgbClr val="C00000"/>
                    </a:solidFill>
                  </a:rPr>
                  <a:t> </a:t>
                </a:r>
                <a:r>
                  <a:rPr lang="en-US" sz="2900" dirty="0"/>
                  <a:t>represents the </a:t>
                </a:r>
                <a:r>
                  <a:rPr lang="en-US" sz="2900" i="1" dirty="0"/>
                  <a:t>gradient </a:t>
                </a:r>
                <a:r>
                  <a:rPr lang="en-US" sz="2900" dirty="0"/>
                  <a:t>of</a:t>
                </a:r>
                <a:r>
                  <a:rPr lang="en-US" sz="2900" i="1" dirty="0"/>
                  <a:t> </a:t>
                </a:r>
                <a14:m>
                  <m:oMath xmlns:m="http://schemas.openxmlformats.org/officeDocument/2006/math">
                    <m:r>
                      <a:rPr lang="en-GB" sz="2900" i="1">
                        <a:latin typeface="Cambria Math" panose="02040503050406030204" pitchFamily="18" charset="0"/>
                        <a:ea typeface="Cambria Math" panose="02040503050406030204" pitchFamily="18" charset="0"/>
                      </a:rPr>
                      <m:t>𝐽</m:t>
                    </m:r>
                    <m:r>
                      <a:rPr lang="en-GB" sz="2900" i="1">
                        <a:latin typeface="Cambria Math" panose="02040503050406030204" pitchFamily="18" charset="0"/>
                        <a:ea typeface="Cambria Math" panose="02040503050406030204" pitchFamily="18" charset="0"/>
                      </a:rPr>
                      <m:t>(</m:t>
                    </m:r>
                    <m:r>
                      <a:rPr lang="en-GB" sz="2900" i="1">
                        <a:latin typeface="Cambria Math" panose="02040503050406030204" pitchFamily="18" charset="0"/>
                        <a:ea typeface="Cambria Math" panose="02040503050406030204" pitchFamily="18" charset="0"/>
                      </a:rPr>
                      <m:t>𝜃</m:t>
                    </m:r>
                    <m:r>
                      <a:rPr lang="en-GB" sz="2900" i="1">
                        <a:latin typeface="Cambria Math" panose="02040503050406030204" pitchFamily="18" charset="0"/>
                        <a:ea typeface="Cambria Math" panose="02040503050406030204" pitchFamily="18" charset="0"/>
                      </a:rPr>
                      <m:t>)</m:t>
                    </m:r>
                  </m:oMath>
                </a14:m>
                <a:r>
                  <a:rPr lang="en-US" sz="2900" dirty="0"/>
                  <a:t> with respect to </a:t>
                </a:r>
                <a14:m>
                  <m:oMath xmlns:m="http://schemas.openxmlformats.org/officeDocument/2006/math">
                    <m:sSub>
                      <m:sSubPr>
                        <m:ctrlPr>
                          <a:rPr lang="en-US" sz="2900" i="1">
                            <a:latin typeface="Cambria Math" panose="02040503050406030204" pitchFamily="18" charset="0"/>
                          </a:rPr>
                        </m:ctrlPr>
                      </m:sSubPr>
                      <m:e>
                        <m:r>
                          <a:rPr lang="en-US" sz="2900" i="1">
                            <a:latin typeface="Cambria Math" panose="02040503050406030204" pitchFamily="18" charset="0"/>
                            <a:ea typeface="Cambria Math" panose="02040503050406030204" pitchFamily="18" charset="0"/>
                          </a:rPr>
                          <m:t>𝜃</m:t>
                        </m:r>
                      </m:e>
                      <m:sub>
                        <m:r>
                          <a:rPr lang="en-GB" sz="2900" i="1">
                            <a:latin typeface="Cambria Math" panose="02040503050406030204" pitchFamily="18" charset="0"/>
                          </a:rPr>
                          <m:t>𝑗</m:t>
                        </m:r>
                      </m:sub>
                    </m:sSub>
                  </m:oMath>
                </a14:m>
                <a:r>
                  <a:rPr lang="en-US" sz="2900" dirty="0"/>
                  <a:t>, calculated as the </a:t>
                </a:r>
                <a:r>
                  <a:rPr lang="en-US" sz="2900" i="1" dirty="0"/>
                  <a:t>partial derivative </a:t>
                </a:r>
                <a:r>
                  <a:rPr lang="en-US" sz="2900" dirty="0"/>
                  <a:t>of </a:t>
                </a:r>
                <a14:m>
                  <m:oMath xmlns:m="http://schemas.openxmlformats.org/officeDocument/2006/math">
                    <m:r>
                      <a:rPr lang="en-GB" sz="2900" i="1">
                        <a:latin typeface="Cambria Math" panose="02040503050406030204" pitchFamily="18" charset="0"/>
                        <a:ea typeface="Cambria Math" panose="02040503050406030204" pitchFamily="18" charset="0"/>
                      </a:rPr>
                      <m:t>𝐽</m:t>
                    </m:r>
                    <m:r>
                      <a:rPr lang="en-GB" sz="2900" i="1">
                        <a:latin typeface="Cambria Math" panose="02040503050406030204" pitchFamily="18" charset="0"/>
                        <a:ea typeface="Cambria Math" panose="02040503050406030204" pitchFamily="18" charset="0"/>
                      </a:rPr>
                      <m:t>(</m:t>
                    </m:r>
                    <m:r>
                      <a:rPr lang="en-GB" sz="2900" i="1">
                        <a:latin typeface="Cambria Math" panose="02040503050406030204" pitchFamily="18" charset="0"/>
                        <a:ea typeface="Cambria Math" panose="02040503050406030204" pitchFamily="18" charset="0"/>
                      </a:rPr>
                      <m:t>𝜃</m:t>
                    </m:r>
                    <m:r>
                      <a:rPr lang="en-GB" sz="2900" i="1">
                        <a:latin typeface="Cambria Math" panose="02040503050406030204" pitchFamily="18" charset="0"/>
                        <a:ea typeface="Cambria Math" panose="02040503050406030204" pitchFamily="18" charset="0"/>
                      </a:rPr>
                      <m:t>)</m:t>
                    </m:r>
                  </m:oMath>
                </a14:m>
                <a:r>
                  <a:rPr lang="en-US" sz="2900" dirty="0"/>
                  <a:t> with respect to </a:t>
                </a:r>
                <a14:m>
                  <m:oMath xmlns:m="http://schemas.openxmlformats.org/officeDocument/2006/math">
                    <m:sSub>
                      <m:sSubPr>
                        <m:ctrlPr>
                          <a:rPr lang="en-US" sz="2900" i="1" smtClean="0">
                            <a:latin typeface="Cambria Math" panose="02040503050406030204" pitchFamily="18" charset="0"/>
                          </a:rPr>
                        </m:ctrlPr>
                      </m:sSubPr>
                      <m:e>
                        <m:r>
                          <a:rPr lang="en-US" sz="2900" i="1" smtClean="0">
                            <a:latin typeface="Cambria Math" panose="02040503050406030204" pitchFamily="18" charset="0"/>
                            <a:ea typeface="Cambria Math" panose="02040503050406030204" pitchFamily="18" charset="0"/>
                          </a:rPr>
                          <m:t>𝜃</m:t>
                        </m:r>
                      </m:e>
                      <m:sub>
                        <m:r>
                          <a:rPr lang="en-GB" sz="2900" b="0" i="1" smtClean="0">
                            <a:latin typeface="Cambria Math" panose="02040503050406030204" pitchFamily="18" charset="0"/>
                          </a:rPr>
                          <m:t>𝑗</m:t>
                        </m:r>
                      </m:sub>
                    </m:sSub>
                  </m:oMath>
                </a14:m>
                <a:endParaRPr lang="en-GB" sz="2900" b="0" dirty="0"/>
              </a:p>
              <a:p>
                <a:r>
                  <a:rPr lang="en-US" dirty="0"/>
                  <a:t>The </a:t>
                </a:r>
                <a:r>
                  <a:rPr lang="en-US" i="1" dirty="0"/>
                  <a:t>gradient </a:t>
                </a:r>
                <a:r>
                  <a:rPr lang="en-US" dirty="0"/>
                  <a:t>of</a:t>
                </a:r>
                <a:r>
                  <a:rPr lang="en-US" i="1" dirty="0"/>
                  <a:t>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defines the direction of the steepest decent/slope that allows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to go downhill as steeply as possible with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representing the magnitude of the decent</a:t>
                </a:r>
              </a:p>
              <a:p>
                <a:r>
                  <a:rPr lang="en-US" dirty="0"/>
                  <a:t>The gradient decent is guaranteed to converge if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is small enough </a:t>
                </a:r>
              </a:p>
              <a:p>
                <a:pPr marL="457200" lvl="1" indent="0">
                  <a:buNone/>
                </a:pPr>
                <a:endParaRPr lang="en-US" dirty="0"/>
              </a:p>
              <a:p>
                <a:pPr marL="457200" lvl="1" indent="0">
                  <a:buNone/>
                </a:pPr>
                <a:endParaRPr lang="en-US" dirty="0"/>
              </a:p>
              <a:p>
                <a:pPr marL="457200" lvl="1" indent="0" algn="ctr">
                  <a:buNone/>
                </a:pPr>
                <a:endParaRPr lang="en-US" dirty="0"/>
              </a:p>
            </p:txBody>
          </p:sp>
        </mc:Choice>
        <mc:Fallback xmlns="">
          <p:sp>
            <p:nvSpPr>
              <p:cNvPr id="3" name="Content Placeholder 2">
                <a:extLst>
                  <a:ext uri="{FF2B5EF4-FFF2-40B4-BE49-F238E27FC236}">
                    <a16:creationId xmlns:a16="http://schemas.microsoft.com/office/drawing/2014/main" id="{4A9E3D5E-B3A4-4843-8FA5-5EACFF4A0AB4}"/>
                  </a:ext>
                </a:extLst>
              </p:cNvPr>
              <p:cNvSpPr>
                <a:spLocks noGrp="1" noRot="1" noChangeAspect="1" noMove="1" noResize="1" noEditPoints="1" noAdjustHandles="1" noChangeArrowheads="1" noChangeShapeType="1" noTextEdit="1"/>
              </p:cNvSpPr>
              <p:nvPr>
                <p:ph idx="1"/>
              </p:nvPr>
            </p:nvSpPr>
            <p:spPr>
              <a:blipFill>
                <a:blip r:embed="rId4"/>
                <a:stretch>
                  <a:fillRect l="-724" t="-2616" b="-1163"/>
                </a:stretch>
              </a:blipFill>
            </p:spPr>
            <p:txBody>
              <a:bodyPr/>
              <a:lstStyle/>
              <a:p>
                <a:r>
                  <a:rPr lang="en-US">
                    <a:noFill/>
                  </a:rPr>
                  <a:t> </a:t>
                </a:r>
              </a:p>
            </p:txBody>
          </p:sp>
        </mc:Fallback>
      </mc:AlternateContent>
    </p:spTree>
    <p:extLst>
      <p:ext uri="{BB962C8B-B14F-4D97-AF65-F5344CB8AC3E}">
        <p14:creationId xmlns:p14="http://schemas.microsoft.com/office/powerpoint/2010/main" val="2842631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D395-5893-A641-A362-098FB1964B3C}"/>
              </a:ext>
            </a:extLst>
          </p:cNvPr>
          <p:cNvSpPr>
            <a:spLocks noGrp="1"/>
          </p:cNvSpPr>
          <p:nvPr>
            <p:ph type="title"/>
          </p:nvPr>
        </p:nvSpPr>
        <p:spPr/>
        <p:txBody>
          <a:bodyPr/>
          <a:lstStyle/>
          <a:p>
            <a:r>
              <a:rPr lang="en-US" dirty="0"/>
              <a:t>Cost Function is a Continuous, Convex Function</a:t>
            </a:r>
          </a:p>
        </p:txBody>
      </p:sp>
      <p:sp>
        <p:nvSpPr>
          <p:cNvPr id="3" name="Content Placeholder 2">
            <a:extLst>
              <a:ext uri="{FF2B5EF4-FFF2-40B4-BE49-F238E27FC236}">
                <a16:creationId xmlns:a16="http://schemas.microsoft.com/office/drawing/2014/main" id="{4A9E3D5E-B3A4-4843-8FA5-5EACFF4A0AB4}"/>
              </a:ext>
            </a:extLst>
          </p:cNvPr>
          <p:cNvSpPr>
            <a:spLocks noGrp="1"/>
          </p:cNvSpPr>
          <p:nvPr>
            <p:ph idx="1"/>
          </p:nvPr>
        </p:nvSpPr>
        <p:spPr>
          <a:xfrm>
            <a:off x="838200" y="1825625"/>
            <a:ext cx="10515600" cy="997088"/>
          </a:xfrm>
        </p:spPr>
        <p:txBody>
          <a:bodyPr>
            <a:noAutofit/>
          </a:bodyPr>
          <a:lstStyle/>
          <a:p>
            <a:r>
              <a:rPr lang="en-GB" sz="3200" i="1" dirty="0"/>
              <a:t>A convex function - </a:t>
            </a:r>
            <a:r>
              <a:rPr lang="en-GB" sz="3200" dirty="0"/>
              <a:t> </a:t>
            </a:r>
            <a:r>
              <a:rPr lang="en-GB" sz="3200" dirty="0">
                <a:solidFill>
                  <a:srgbClr val="C00000"/>
                </a:solidFill>
              </a:rPr>
              <a:t>The line joining any two points on the curve never crosses the curve</a:t>
            </a:r>
          </a:p>
          <a:p>
            <a:pPr marL="457200" lvl="1" indent="0">
              <a:buNone/>
            </a:pPr>
            <a:endParaRPr lang="en-GB" sz="2800" dirty="0"/>
          </a:p>
        </p:txBody>
      </p:sp>
      <p:sp>
        <p:nvSpPr>
          <p:cNvPr id="5" name="Content Placeholder 2">
            <a:extLst>
              <a:ext uri="{FF2B5EF4-FFF2-40B4-BE49-F238E27FC236}">
                <a16:creationId xmlns:a16="http://schemas.microsoft.com/office/drawing/2014/main" id="{7FE82091-1D2F-5847-A75B-8485975414ED}"/>
              </a:ext>
            </a:extLst>
          </p:cNvPr>
          <p:cNvSpPr txBox="1">
            <a:spLocks/>
          </p:cNvSpPr>
          <p:nvPr/>
        </p:nvSpPr>
        <p:spPr>
          <a:xfrm>
            <a:off x="732182" y="2822713"/>
            <a:ext cx="7086601"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GB" sz="2800" dirty="0"/>
              <a:t>This implies that there is no local minima, just one global minimum. It is also a continuous function with a slope that never changes abruptly</a:t>
            </a:r>
          </a:p>
          <a:p>
            <a:pPr lvl="1"/>
            <a:r>
              <a:rPr lang="en-GB" sz="2800" dirty="0"/>
              <a:t>Gradient Descent is guaranteed to approach arbitrarily close to the global minimum (if you wait long enough and if the learning rate is not too high)</a:t>
            </a:r>
          </a:p>
        </p:txBody>
      </p:sp>
      <p:pic>
        <p:nvPicPr>
          <p:cNvPr id="6" name="Picture 5">
            <a:extLst>
              <a:ext uri="{FF2B5EF4-FFF2-40B4-BE49-F238E27FC236}">
                <a16:creationId xmlns:a16="http://schemas.microsoft.com/office/drawing/2014/main" id="{79CE05F0-DA43-6A44-AA5C-04B6AC72C558}"/>
              </a:ext>
            </a:extLst>
          </p:cNvPr>
          <p:cNvPicPr>
            <a:picLocks noChangeAspect="1"/>
          </p:cNvPicPr>
          <p:nvPr/>
        </p:nvPicPr>
        <p:blipFill>
          <a:blip r:embed="rId3"/>
          <a:stretch>
            <a:fillRect/>
          </a:stretch>
        </p:blipFill>
        <p:spPr>
          <a:xfrm>
            <a:off x="7653131" y="2582795"/>
            <a:ext cx="3700669" cy="3783696"/>
          </a:xfrm>
          <a:prstGeom prst="rect">
            <a:avLst/>
          </a:prstGeom>
        </p:spPr>
      </p:pic>
    </p:spTree>
    <p:extLst>
      <p:ext uri="{BB962C8B-B14F-4D97-AF65-F5344CB8AC3E}">
        <p14:creationId xmlns:p14="http://schemas.microsoft.com/office/powerpoint/2010/main" val="1785003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AE79-3FEE-FB43-9C8F-C8837B3C7A69}"/>
              </a:ext>
            </a:extLst>
          </p:cNvPr>
          <p:cNvSpPr>
            <a:spLocks noGrp="1"/>
          </p:cNvSpPr>
          <p:nvPr>
            <p:ph type="title"/>
          </p:nvPr>
        </p:nvSpPr>
        <p:spPr/>
        <p:txBody>
          <a:bodyPr/>
          <a:lstStyle/>
          <a:p>
            <a:r>
              <a:rPr lang="en-GB" dirty="0"/>
              <a:t>Gradient Descent – Calculating Gradient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C7D4A4-E43A-7F4C-BB2C-A4B6827575B3}"/>
                  </a:ext>
                </a:extLst>
              </p:cNvPr>
              <p:cNvSpPr>
                <a:spLocks noGrp="1"/>
              </p:cNvSpPr>
              <p:nvPr>
                <p:ph idx="1"/>
              </p:nvPr>
            </p:nvSpPr>
            <p:spPr/>
            <p:txBody>
              <a:bodyPr>
                <a:normAutofit fontScale="62500" lnSpcReduction="20000"/>
              </a:bodyPr>
              <a:lstStyle/>
              <a:p>
                <a:pPr marL="0" indent="0">
                  <a:buNone/>
                </a:pPr>
                <a:r>
                  <a:rPr lang="en-GB" dirty="0"/>
                  <a:t>The gradient of </a:t>
                </a:r>
                <a14:m>
                  <m:oMath xmlns:m="http://schemas.openxmlformats.org/officeDocument/2006/math">
                    <m:r>
                      <a:rPr lang="en-GB" i="1">
                        <a:latin typeface="Cambria Math" panose="02040503050406030204" pitchFamily="18" charset="0"/>
                        <a:ea typeface="Cambria Math" panose="02040503050406030204" pitchFamily="18" charset="0"/>
                      </a:rPr>
                      <m:t>𝐽</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𝜃</m:t>
                        </m:r>
                      </m:e>
                    </m:d>
                  </m:oMath>
                </a14:m>
                <a:r>
                  <a:rPr lang="en-US" dirty="0"/>
                  <a:t> with respect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oMath>
                </a14:m>
                <a:r>
                  <a:rPr lang="en-US" dirty="0"/>
                  <a:t> for </a:t>
                </a:r>
                <a14:m>
                  <m:oMath xmlns:m="http://schemas.openxmlformats.org/officeDocument/2006/math">
                    <m:r>
                      <a:rPr lang="en-GB" i="1">
                        <a:latin typeface="Cambria Math" panose="02040503050406030204" pitchFamily="18" charset="0"/>
                      </a:rPr>
                      <m:t>𝑗</m:t>
                    </m:r>
                    <m:r>
                      <a:rPr lang="en-GB" i="1">
                        <a:latin typeface="Cambria Math" panose="02040503050406030204" pitchFamily="18" charset="0"/>
                      </a:rPr>
                      <m:t>=0, 1, 2</m:t>
                    </m:r>
                  </m:oMath>
                </a14:m>
                <a:r>
                  <a:rPr lang="en-US" dirty="0"/>
                  <a:t>, </a:t>
                </a:r>
                <a14:m>
                  <m:oMath xmlns:m="http://schemas.openxmlformats.org/officeDocument/2006/math">
                    <m:sSub>
                      <m:sSubPr>
                        <m:ctrlPr>
                          <a:rPr lang="en-US" i="1" smtClean="0">
                            <a:latin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i="1" smtClean="0">
                            <a:latin typeface="Cambria Math" panose="02040503050406030204" pitchFamily="18" charset="0"/>
                            <a:ea typeface="Cambria Math" panose="02040503050406030204" pitchFamily="18" charset="0"/>
                          </a:rPr>
                          <m:t>𝜃</m:t>
                        </m:r>
                      </m:sub>
                    </m:sSub>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is calculated by calculating the </a:t>
                </a:r>
                <a:r>
                  <a:rPr lang="en-GB" dirty="0"/>
                  <a:t>partial derivative of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with respect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oMath>
                </a14:m>
                <a:r>
                  <a:rPr lang="en-US" dirty="0"/>
                  <a:t> for </a:t>
                </a:r>
                <a14:m>
                  <m:oMath xmlns:m="http://schemas.openxmlformats.org/officeDocument/2006/math">
                    <m:r>
                      <a:rPr lang="en-GB" b="0" i="1" smtClean="0">
                        <a:latin typeface="Cambria Math" panose="02040503050406030204" pitchFamily="18" charset="0"/>
                      </a:rPr>
                      <m:t>𝑗</m:t>
                    </m:r>
                    <m:r>
                      <a:rPr lang="en-GB" b="0" i="1" smtClean="0">
                        <a:latin typeface="Cambria Math" panose="02040503050406030204" pitchFamily="18" charset="0"/>
                      </a:rPr>
                      <m:t>=0, 1, 2, </m:t>
                    </m:r>
                    <m:r>
                      <a:rPr lang="en-GB" b="0" i="1" smtClean="0">
                        <a:latin typeface="Cambria Math" panose="02040503050406030204" pitchFamily="18" charset="0"/>
                      </a:rPr>
                      <m:t>𝑛</m:t>
                    </m:r>
                  </m:oMath>
                </a14:m>
                <a:r>
                  <a:rPr lang="en-US" dirty="0"/>
                  <a:t>: </a:t>
                </a:r>
                <a:endParaRPr lang="en-GB" dirty="0"/>
              </a:p>
              <a:p>
                <a:pPr marL="0" indent="0">
                  <a:buNone/>
                </a:pPr>
                <a:endParaRPr lang="en-GB" dirty="0"/>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𝜃</m:t>
                          </m:r>
                        </m:sub>
                      </m:sSub>
                      <m:r>
                        <a:rPr lang="en-GB" i="1">
                          <a:latin typeface="Cambria Math" panose="02040503050406030204" pitchFamily="18" charset="0"/>
                          <a:ea typeface="Cambria Math" panose="02040503050406030204" pitchFamily="18" charset="0"/>
                        </a:rPr>
                        <m:t>𝐽</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𝜃</m:t>
                          </m:r>
                        </m:e>
                      </m:d>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b="0"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b="0" i="1" smtClean="0">
                                      <a:latin typeface="Cambria Math" panose="02040503050406030204" pitchFamily="18" charset="0"/>
                                      <a:ea typeface="Cambria Math" panose="02040503050406030204" pitchFamily="18" charset="0"/>
                                    </a:rPr>
                                  </m:ctrlPr>
                                </m:mPr>
                                <m:mr>
                                  <m:e>
                                    <m:eqArr>
                                      <m:eqArrPr>
                                        <m:ctrlPr>
                                          <a:rPr lang="en-GB" i="1">
                                            <a:solidFill>
                                              <a:srgbClr val="C00000"/>
                                            </a:solidFill>
                                            <a:latin typeface="Cambria Math" panose="02040503050406030204" pitchFamily="18" charset="0"/>
                                            <a:ea typeface="Cambria Math" panose="02040503050406030204" pitchFamily="18" charset="0"/>
                                          </a:rPr>
                                        </m:ctrlPr>
                                      </m:eqArrP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0</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i="1">
                                                    <a:solidFill>
                                                      <a:srgbClr val="C00000"/>
                                                    </a:solidFill>
                                                    <a:latin typeface="Cambria Math" panose="02040503050406030204" pitchFamily="18" charset="0"/>
                                                    <a:ea typeface="Cambria Math" panose="02040503050406030204" pitchFamily="18" charset="0"/>
                                                  </a:rPr>
                                                  <m:t>1</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eqArr>
                                  </m:e>
                                </m:mr>
                                <m:m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2</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mr>
                                <m:mr>
                                  <m:e>
                                    <m:r>
                                      <a:rPr lang="en-GB" b="0" i="1" smtClean="0">
                                        <a:latin typeface="Cambria Math" panose="02040503050406030204" pitchFamily="18" charset="0"/>
                                        <a:ea typeface="Cambria Math" panose="02040503050406030204" pitchFamily="18" charset="0"/>
                                      </a:rPr>
                                      <m:t>⋮</m:t>
                                    </m:r>
                                  </m:e>
                                </m:mr>
                              </m:m>
                            </m:e>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𝑛</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eqArr>
                        </m:e>
                      </m:d>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b="0"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b="0" i="1" smtClean="0">
                                      <a:latin typeface="Cambria Math" panose="02040503050406030204" pitchFamily="18" charset="0"/>
                                      <a:ea typeface="Cambria Math" panose="02040503050406030204" pitchFamily="18" charset="0"/>
                                    </a:rPr>
                                  </m:ctrlPr>
                                </m:mPr>
                                <m:mr>
                                  <m:e>
                                    <m:eqArr>
                                      <m:eqArrPr>
                                        <m:ctrlPr>
                                          <a:rPr lang="en-GB" i="1">
                                            <a:solidFill>
                                              <a:srgbClr val="C00000"/>
                                            </a:solidFill>
                                            <a:latin typeface="Cambria Math" panose="02040503050406030204" pitchFamily="18" charset="0"/>
                                          </a:rPr>
                                        </m:ctrlPr>
                                      </m:eqArrPr>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b="0" i="1" smtClean="0">
                                                    <a:solidFill>
                                                      <a:srgbClr val="C00000"/>
                                                    </a:solidFill>
                                                    <a:latin typeface="Cambria Math" panose="02040503050406030204" pitchFamily="18" charset="0"/>
                                                    <a:ea typeface="Cambria Math" panose="02040503050406030204" pitchFamily="18" charset="0"/>
                                                  </a:rPr>
                                                  <m:t>0</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1</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eqArr>
                                  </m:e>
                                </m:mr>
                                <m:mr>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b="0" i="1" smtClean="0">
                                                <a:solidFill>
                                                  <a:srgbClr val="C00000"/>
                                                </a:solidFill>
                                                <a:latin typeface="Cambria Math" panose="02040503050406030204" pitchFamily="18" charset="0"/>
                                                <a:ea typeface="Cambria Math" panose="02040503050406030204" pitchFamily="18" charset="0"/>
                                              </a:rPr>
                                              <m:t>2</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mr>
                                <m:mr>
                                  <m:e>
                                    <m:r>
                                      <a:rPr lang="en-GB" b="0" i="1" smtClean="0">
                                        <a:latin typeface="Cambria Math" panose="02040503050406030204" pitchFamily="18" charset="0"/>
                                        <a:ea typeface="Cambria Math" panose="02040503050406030204" pitchFamily="18" charset="0"/>
                                      </a:rPr>
                                      <m:t>⋮</m:t>
                                    </m:r>
                                  </m:e>
                                </m:mr>
                              </m:m>
                            </m:e>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b="0" i="1" smtClean="0">
                                          <a:solidFill>
                                            <a:srgbClr val="C00000"/>
                                          </a:solidFill>
                                          <a:latin typeface="Cambria Math" panose="02040503050406030204" pitchFamily="18" charset="0"/>
                                          <a:ea typeface="Cambria Math" panose="02040503050406030204" pitchFamily="18" charset="0"/>
                                        </a:rPr>
                                        <m:t>𝑛</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eqArr>
                        </m:e>
                      </m:d>
                    </m:oMath>
                  </m:oMathPara>
                </a14:m>
                <a:endParaRPr lang="en-US" dirty="0"/>
              </a:p>
              <a:p>
                <a:pPr marL="0" indent="0">
                  <a:buNone/>
                </a:pPr>
                <a:endParaRPr lang="en-US" dirty="0"/>
              </a:p>
              <a:p>
                <a:pPr marL="0" indent="0">
                  <a:buNone/>
                </a:pPr>
                <a:r>
                  <a:rPr lang="en-US" dirty="0"/>
                  <a:t>		</a:t>
                </a:r>
              </a:p>
              <a:p>
                <a:pPr marL="0" indent="0" algn="ctr">
                  <a:buNone/>
                </a:pPr>
                <a:endParaRPr lang="en-US" dirty="0"/>
              </a:p>
              <a:p>
                <a:pPr marL="0" indent="0" algn="ctr">
                  <a:buNone/>
                </a:pPr>
                <a:endParaRPr lang="en-GB" dirty="0"/>
              </a:p>
            </p:txBody>
          </p:sp>
        </mc:Choice>
        <mc:Fallback xmlns="">
          <p:sp>
            <p:nvSpPr>
              <p:cNvPr id="3" name="Content Placeholder 2">
                <a:extLst>
                  <a:ext uri="{FF2B5EF4-FFF2-40B4-BE49-F238E27FC236}">
                    <a16:creationId xmlns:a16="http://schemas.microsoft.com/office/drawing/2014/main" id="{64C7D4A4-E43A-7F4C-BB2C-A4B6827575B3}"/>
                  </a:ext>
                </a:extLst>
              </p:cNvPr>
              <p:cNvSpPr>
                <a:spLocks noGrp="1" noRot="1" noChangeAspect="1" noMove="1" noResize="1" noEditPoints="1" noAdjustHandles="1" noChangeArrowheads="1" noChangeShapeType="1" noTextEdit="1"/>
              </p:cNvSpPr>
              <p:nvPr>
                <p:ph idx="1"/>
              </p:nvPr>
            </p:nvSpPr>
            <p:spPr>
              <a:blipFill>
                <a:blip r:embed="rId3"/>
                <a:stretch>
                  <a:fillRect l="-483" t="-4971" b="-4094"/>
                </a:stretch>
              </a:blipFill>
            </p:spPr>
            <p:txBody>
              <a:bodyPr/>
              <a:lstStyle/>
              <a:p>
                <a:r>
                  <a:rPr lang="en-GB">
                    <a:noFill/>
                  </a:rPr>
                  <a:t> </a:t>
                </a:r>
              </a:p>
            </p:txBody>
          </p:sp>
        </mc:Fallback>
      </mc:AlternateContent>
    </p:spTree>
    <p:extLst>
      <p:ext uri="{BB962C8B-B14F-4D97-AF65-F5344CB8AC3E}">
        <p14:creationId xmlns:p14="http://schemas.microsoft.com/office/powerpoint/2010/main" val="1103277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C15AE79-3FEE-FB43-9C8F-C8837B3C7A69}"/>
                  </a:ext>
                </a:extLst>
              </p:cNvPr>
              <p:cNvSpPr>
                <a:spLocks noGrp="1"/>
              </p:cNvSpPr>
              <p:nvPr>
                <p:ph type="title"/>
              </p:nvPr>
            </p:nvSpPr>
            <p:spPr/>
            <p:txBody>
              <a:bodyPr/>
              <a:lstStyle/>
              <a:p>
                <a:r>
                  <a:rPr lang="en-GB" dirty="0"/>
                  <a:t>Gradient Descent – Updating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and Checking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for </a:t>
                </a:r>
                <a:r>
                  <a:rPr lang="en-GB" dirty="0"/>
                  <a:t>Convergence </a:t>
                </a:r>
              </a:p>
            </p:txBody>
          </p:sp>
        </mc:Choice>
        <mc:Fallback xmlns="">
          <p:sp>
            <p:nvSpPr>
              <p:cNvPr id="2" name="Title 1">
                <a:extLst>
                  <a:ext uri="{FF2B5EF4-FFF2-40B4-BE49-F238E27FC236}">
                    <a16:creationId xmlns:a16="http://schemas.microsoft.com/office/drawing/2014/main" id="{1C15AE79-3FEE-FB43-9C8F-C8837B3C7A69}"/>
                  </a:ext>
                </a:extLst>
              </p:cNvPr>
              <p:cNvSpPr>
                <a:spLocks noGrp="1" noRot="1" noChangeAspect="1" noMove="1" noResize="1" noEditPoints="1" noAdjustHandles="1" noChangeArrowheads="1" noChangeShapeType="1" noTextEdit="1"/>
              </p:cNvSpPr>
              <p:nvPr>
                <p:ph type="title"/>
              </p:nvPr>
            </p:nvSpPr>
            <p:spPr>
              <a:blipFill>
                <a:blip r:embed="rId3"/>
                <a:stretch>
                  <a:fillRect l="-2292" t="-13333" r="-1930" b="-219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C7D4A4-E43A-7F4C-BB2C-A4B6827575B3}"/>
                  </a:ext>
                </a:extLst>
              </p:cNvPr>
              <p:cNvSpPr>
                <a:spLocks noGrp="1"/>
              </p:cNvSpPr>
              <p:nvPr>
                <p:ph idx="1"/>
              </p:nvPr>
            </p:nvSpPr>
            <p:spPr>
              <a:xfrm>
                <a:off x="838200" y="1825624"/>
                <a:ext cx="10515600" cy="4257123"/>
              </a:xfrm>
              <a:noFill/>
            </p:spPr>
            <p:txBody>
              <a:bodyPr>
                <a:normAutofit fontScale="62500" lnSpcReduction="20000"/>
              </a:bodyPr>
              <a:lstStyle/>
              <a:p>
                <a:pPr marL="0" indent="0">
                  <a:buNone/>
                </a:pP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is changed as follows (Step 2 in the Gradient Descent algorithm):</a:t>
                </a:r>
              </a:p>
              <a:p>
                <a:pPr marL="0" indent="0">
                  <a:buNone/>
                </a:pPr>
                <a:endParaRPr lang="en-GB" dirty="0"/>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ea typeface="Cambria Math" panose="02040503050406030204" pitchFamily="18" charset="0"/>
                            </a:rPr>
                            <m:t>∙</m:t>
                          </m:r>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𝜃</m:t>
                          </m:r>
                        </m:sub>
                      </m:sSub>
                      <m:r>
                        <a:rPr lang="en-GB" i="1">
                          <a:latin typeface="Cambria Math" panose="02040503050406030204" pitchFamily="18" charset="0"/>
                          <a:ea typeface="Cambria Math" panose="02040503050406030204" pitchFamily="18" charset="0"/>
                        </a:rPr>
                        <m:t>𝐽</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𝜃</m:t>
                          </m: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b="0"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b="0" i="1" smtClean="0">
                                      <a:latin typeface="Cambria Math" panose="02040503050406030204" pitchFamily="18" charset="0"/>
                                      <a:ea typeface="Cambria Math" panose="02040503050406030204" pitchFamily="18" charset="0"/>
                                    </a:rPr>
                                  </m:ctrlPr>
                                </m:mPr>
                                <m:m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0</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mr>
                                <m:m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1</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mr>
                                <m:mr>
                                  <m:e>
                                    <m:r>
                                      <a:rPr lang="en-GB" b="0" i="1" smtClean="0">
                                        <a:latin typeface="Cambria Math" panose="02040503050406030204" pitchFamily="18" charset="0"/>
                                        <a:ea typeface="Cambria Math" panose="02040503050406030204" pitchFamily="18" charset="0"/>
                                      </a:rPr>
                                      <m:t>⋮</m:t>
                                    </m:r>
                                  </m:e>
                                </m:mr>
                              </m:m>
                            </m:e>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𝑛</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eqAr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ea typeface="Cambria Math" panose="02040503050406030204" pitchFamily="18" charset="0"/>
                        </a:rPr>
                        <m:t>∙</m:t>
                      </m:r>
                      <m:d>
                        <m:dPr>
                          <m:begChr m:val="["/>
                          <m:endChr m:val="]"/>
                          <m:ctrlPr>
                            <a:rPr lang="en-GB" i="1" smtClean="0">
                              <a:latin typeface="Cambria Math" panose="02040503050406030204" pitchFamily="18" charset="0"/>
                              <a:ea typeface="Cambria Math" panose="02040503050406030204" pitchFamily="18" charset="0"/>
                            </a:rPr>
                          </m:ctrlPr>
                        </m:dPr>
                        <m:e>
                          <m:eqArr>
                            <m:eqArrPr>
                              <m:ctrlPr>
                                <a:rPr lang="en-GB"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i="1" smtClean="0">
                                      <a:latin typeface="Cambria Math" panose="02040503050406030204" pitchFamily="18" charset="0"/>
                                      <a:ea typeface="Cambria Math" panose="02040503050406030204" pitchFamily="18" charset="0"/>
                                    </a:rPr>
                                  </m:ctrlPr>
                                </m:mPr>
                                <m:mr>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smtClean="0">
                                                <a:solidFill>
                                                  <a:srgbClr val="C00000"/>
                                                </a:solidFill>
                                                <a:latin typeface="Cambria Math" panose="02040503050406030204" pitchFamily="18" charset="0"/>
                                                <a:ea typeface="Cambria Math" panose="02040503050406030204" pitchFamily="18" charset="0"/>
                                              </a:rPr>
                                              <m:t>∙</m:t>
                                            </m:r>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0</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mr>
                                <m:mr>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smtClean="0">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1</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mr>
                                <m:mr>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smtClean="0">
                                                <a:solidFill>
                                                  <a:srgbClr val="C00000"/>
                                                </a:solidFill>
                                                <a:latin typeface="Cambria Math" panose="02040503050406030204" pitchFamily="18" charset="0"/>
                                                <a:ea typeface="Cambria Math" panose="02040503050406030204" pitchFamily="18" charset="0"/>
                                              </a:rPr>
                                              <m:t>∙</m:t>
                                            </m:r>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2</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mr>
                              </m:m>
                            </m:e>
                            <m:e>
                              <m:r>
                                <a:rPr lang="en-GB" i="1" smtClean="0">
                                  <a:latin typeface="Cambria Math" panose="02040503050406030204" pitchFamily="18" charset="0"/>
                                  <a:ea typeface="Cambria Math" panose="02040503050406030204" pitchFamily="18" charset="0"/>
                                </a:rPr>
                                <m:t>⋮</m:t>
                              </m:r>
                            </m:e>
                            <m:e>
                              <m:f>
                                <m:fPr>
                                  <m:ctrlPr>
                                    <a:rPr lang="en-GB" i="1">
                                      <a:solidFill>
                                        <a:srgbClr val="C00000"/>
                                      </a:solidFill>
                                      <a:latin typeface="Cambria Math" panose="02040503050406030204" pitchFamily="18" charset="0"/>
                                    </a:rPr>
                                  </m:ctrlPr>
                                </m:fPr>
                                <m:num>
                                  <m:r>
                                    <a:rPr lang="en-GB" i="1">
                                      <a:solidFill>
                                        <a:srgbClr val="C00000"/>
                                      </a:solidFill>
                                      <a:latin typeface="Cambria Math" panose="02040503050406030204" pitchFamily="18" charset="0"/>
                                    </a:rPr>
                                    <m:t>1</m:t>
                                  </m:r>
                                </m:num>
                                <m:den>
                                  <m:r>
                                    <a:rPr lang="en-GB" i="1">
                                      <a:solidFill>
                                        <a:srgbClr val="C00000"/>
                                      </a:solidFill>
                                      <a:latin typeface="Cambria Math" panose="02040503050406030204" pitchFamily="18" charset="0"/>
                                    </a:rPr>
                                    <m:t>𝑚</m:t>
                                  </m:r>
                                </m:den>
                              </m:f>
                              <m:nary>
                                <m:naryPr>
                                  <m:chr m:val="∑"/>
                                  <m:ctrlPr>
                                    <a:rPr lang="en-GB" i="1">
                                      <a:solidFill>
                                        <a:srgbClr val="C00000"/>
                                      </a:solidFill>
                                      <a:latin typeface="Cambria Math" panose="02040503050406030204" pitchFamily="18" charset="0"/>
                                    </a:rPr>
                                  </m:ctrlPr>
                                </m:naryPr>
                                <m:sub>
                                  <m:r>
                                    <m:rPr>
                                      <m:brk m:alnAt="23"/>
                                    </m:rPr>
                                    <a:rPr lang="en-GB" i="1">
                                      <a:solidFill>
                                        <a:srgbClr val="C00000"/>
                                      </a:solidFill>
                                      <a:latin typeface="Cambria Math" panose="02040503050406030204" pitchFamily="18" charset="0"/>
                                    </a:rPr>
                                    <m:t>𝑖</m:t>
                                  </m:r>
                                  <m:r>
                                    <a:rPr lang="en-GB" i="1">
                                      <a:solidFill>
                                        <a:srgbClr val="C00000"/>
                                      </a:solidFill>
                                      <a:latin typeface="Cambria Math" panose="02040503050406030204" pitchFamily="18" charset="0"/>
                                    </a:rPr>
                                    <m:t>=1</m:t>
                                  </m:r>
                                </m:sub>
                                <m:sup>
                                  <m:r>
                                    <a:rPr lang="en-GB" i="1">
                                      <a:solidFill>
                                        <a:srgbClr val="C00000"/>
                                      </a:solidFill>
                                      <a:latin typeface="Cambria Math" panose="02040503050406030204" pitchFamily="18" charset="0"/>
                                    </a:rPr>
                                    <m:t>𝑚</m:t>
                                  </m:r>
                                </m:sup>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smtClean="0">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𝑛</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nary>
                            </m:e>
                          </m:eqArr>
                        </m:e>
                      </m:d>
                    </m:oMath>
                  </m:oMathPara>
                </a14:m>
                <a:endParaRPr lang="en-GB" dirty="0">
                  <a:solidFill>
                    <a:srgbClr val="C00000"/>
                  </a:solidFill>
                  <a:ea typeface="Cambria Math" panose="02040503050406030204" pitchFamily="18" charset="0"/>
                </a:endParaRPr>
              </a:p>
              <a:p>
                <a:pPr marL="0" lvl="1" indent="0">
                  <a:lnSpc>
                    <a:spcPct val="120000"/>
                  </a:lnSpc>
                  <a:buNone/>
                </a:pPr>
                <a:endParaRPr lang="en-US" sz="2900" dirty="0"/>
              </a:p>
              <a:p>
                <a:pPr marL="0" lvl="1" indent="0">
                  <a:lnSpc>
                    <a:spcPct val="120000"/>
                  </a:lnSpc>
                  <a:buNone/>
                </a:pPr>
                <a:r>
                  <a:rPr lang="en-US" sz="2900" dirty="0"/>
                  <a:t>When the gradient of </a:t>
                </a:r>
                <a14:m>
                  <m:oMath xmlns:m="http://schemas.openxmlformats.org/officeDocument/2006/math">
                    <m:r>
                      <a:rPr lang="en-GB" sz="2900" i="1">
                        <a:latin typeface="Cambria Math" panose="02040503050406030204" pitchFamily="18" charset="0"/>
                      </a:rPr>
                      <m:t>𝐽</m:t>
                    </m:r>
                    <m:r>
                      <a:rPr lang="en-GB" sz="2900" i="1">
                        <a:latin typeface="Cambria Math" panose="02040503050406030204" pitchFamily="18" charset="0"/>
                      </a:rPr>
                      <m:t>(</m:t>
                    </m:r>
                    <m:r>
                      <a:rPr lang="en-GB" sz="2900" i="1">
                        <a:latin typeface="Cambria Math" panose="02040503050406030204" pitchFamily="18" charset="0"/>
                        <a:ea typeface="Cambria Math" panose="02040503050406030204" pitchFamily="18" charset="0"/>
                      </a:rPr>
                      <m:t>𝜃</m:t>
                    </m:r>
                    <m:r>
                      <a:rPr lang="en-GB" sz="2900" b="0" i="1" smtClean="0">
                        <a:latin typeface="Cambria Math" panose="02040503050406030204" pitchFamily="18" charset="0"/>
                        <a:ea typeface="Cambria Math" panose="02040503050406030204" pitchFamily="18" charset="0"/>
                      </a:rPr>
                      <m:t>)</m:t>
                    </m:r>
                  </m:oMath>
                </a14:m>
                <a:r>
                  <a:rPr lang="en-US" sz="2900" dirty="0"/>
                  <a:t> becomes </a:t>
                </a:r>
                <a14:m>
                  <m:oMath xmlns:m="http://schemas.openxmlformats.org/officeDocument/2006/math">
                    <m:r>
                      <a:rPr lang="en-GB" sz="2900" i="1">
                        <a:latin typeface="Cambria Math" panose="02040503050406030204" pitchFamily="18" charset="0"/>
                      </a:rPr>
                      <m:t>0</m:t>
                    </m:r>
                  </m:oMath>
                </a14:m>
                <a:r>
                  <a:rPr lang="en-US" sz="2900" dirty="0"/>
                  <a:t>, </a:t>
                </a:r>
                <a14:m>
                  <m:oMath xmlns:m="http://schemas.openxmlformats.org/officeDocument/2006/math">
                    <m:r>
                      <a:rPr lang="en-GB" sz="2900" i="1">
                        <a:latin typeface="Cambria Math" panose="02040503050406030204" pitchFamily="18" charset="0"/>
                      </a:rPr>
                      <m:t>𝐽</m:t>
                    </m:r>
                    <m:r>
                      <a:rPr lang="en-GB" sz="2900" i="1">
                        <a:latin typeface="Cambria Math" panose="02040503050406030204" pitchFamily="18" charset="0"/>
                      </a:rPr>
                      <m:t>(</m:t>
                    </m:r>
                    <m:r>
                      <a:rPr lang="en-GB" sz="2900" i="1">
                        <a:latin typeface="Cambria Math" panose="02040503050406030204" pitchFamily="18" charset="0"/>
                        <a:ea typeface="Cambria Math" panose="02040503050406030204" pitchFamily="18" charset="0"/>
                      </a:rPr>
                      <m:t>𝜃</m:t>
                    </m:r>
                    <m:r>
                      <a:rPr lang="en-GB" sz="2900" i="1">
                        <a:latin typeface="Cambria Math" panose="02040503050406030204" pitchFamily="18" charset="0"/>
                      </a:rPr>
                      <m:t>)</m:t>
                    </m:r>
                  </m:oMath>
                </a14:m>
                <a:r>
                  <a:rPr lang="en-US" sz="2900" dirty="0"/>
                  <a:t> is at its minimum. So we check </a:t>
                </a:r>
                <a:r>
                  <a:rPr lang="en-US" sz="2900" i="1" dirty="0"/>
                  <a:t>the difference between the new </a:t>
                </a:r>
                <a14:m>
                  <m:oMath xmlns:m="http://schemas.openxmlformats.org/officeDocument/2006/math">
                    <m:r>
                      <a:rPr lang="en-US" sz="2900" i="1">
                        <a:latin typeface="Cambria Math" panose="02040503050406030204" pitchFamily="18" charset="0"/>
                        <a:ea typeface="Cambria Math" panose="02040503050406030204" pitchFamily="18" charset="0"/>
                      </a:rPr>
                      <m:t>𝜃</m:t>
                    </m:r>
                  </m:oMath>
                </a14:m>
                <a:r>
                  <a:rPr lang="en-US" sz="2900" i="1" dirty="0"/>
                  <a:t> and the old </a:t>
                </a:r>
                <a14:m>
                  <m:oMath xmlns:m="http://schemas.openxmlformats.org/officeDocument/2006/math">
                    <m:r>
                      <a:rPr lang="en-US" sz="2900" i="1">
                        <a:latin typeface="Cambria Math" panose="02040503050406030204" pitchFamily="18" charset="0"/>
                        <a:ea typeface="Cambria Math" panose="02040503050406030204" pitchFamily="18" charset="0"/>
                      </a:rPr>
                      <m:t>𝜃</m:t>
                    </m:r>
                  </m:oMath>
                </a14:m>
                <a:r>
                  <a:rPr lang="en-US" sz="2900" i="1" dirty="0"/>
                  <a:t> </a:t>
                </a:r>
                <a:r>
                  <a:rPr lang="en-US" sz="2900" dirty="0"/>
                  <a:t>after each iteration until the difference becomes close to </a:t>
                </a:r>
                <a14:m>
                  <m:oMath xmlns:m="http://schemas.openxmlformats.org/officeDocument/2006/math">
                    <m:r>
                      <a:rPr lang="en-GB" sz="2900" i="1">
                        <a:latin typeface="Cambria Math" panose="02040503050406030204" pitchFamily="18" charset="0"/>
                      </a:rPr>
                      <m:t>0</m:t>
                    </m:r>
                  </m:oMath>
                </a14:m>
                <a:r>
                  <a:rPr lang="en-US" sz="2900" dirty="0"/>
                  <a:t> when we have found the values of </a:t>
                </a:r>
                <a14:m>
                  <m:oMath xmlns:m="http://schemas.openxmlformats.org/officeDocument/2006/math">
                    <m:r>
                      <a:rPr lang="en-US" sz="2900" i="1">
                        <a:latin typeface="Cambria Math" panose="02040503050406030204" pitchFamily="18" charset="0"/>
                        <a:ea typeface="Cambria Math" panose="02040503050406030204" pitchFamily="18" charset="0"/>
                      </a:rPr>
                      <m:t>𝜃</m:t>
                    </m:r>
                  </m:oMath>
                </a14:m>
                <a:r>
                  <a:rPr lang="en-US" sz="2900" dirty="0"/>
                  <a:t>.</a:t>
                </a:r>
              </a:p>
            </p:txBody>
          </p:sp>
        </mc:Choice>
        <mc:Fallback xmlns="">
          <p:sp>
            <p:nvSpPr>
              <p:cNvPr id="3" name="Content Placeholder 2">
                <a:extLst>
                  <a:ext uri="{FF2B5EF4-FFF2-40B4-BE49-F238E27FC236}">
                    <a16:creationId xmlns:a16="http://schemas.microsoft.com/office/drawing/2014/main" id="{64C7D4A4-E43A-7F4C-BB2C-A4B6827575B3}"/>
                  </a:ext>
                </a:extLst>
              </p:cNvPr>
              <p:cNvSpPr>
                <a:spLocks noGrp="1" noRot="1" noChangeAspect="1" noMove="1" noResize="1" noEditPoints="1" noAdjustHandles="1" noChangeArrowheads="1" noChangeShapeType="1" noTextEdit="1"/>
              </p:cNvSpPr>
              <p:nvPr>
                <p:ph idx="1"/>
              </p:nvPr>
            </p:nvSpPr>
            <p:spPr>
              <a:xfrm>
                <a:off x="838200" y="1825624"/>
                <a:ext cx="10515600" cy="4257123"/>
              </a:xfrm>
              <a:blipFill>
                <a:blip r:embed="rId4"/>
                <a:stretch>
                  <a:fillRect l="-483" t="-10149" b="-1194"/>
                </a:stretch>
              </a:blipFill>
            </p:spPr>
            <p:txBody>
              <a:bodyPr/>
              <a:lstStyle/>
              <a:p>
                <a:r>
                  <a:rPr lang="en-GB">
                    <a:noFill/>
                  </a:rPr>
                  <a:t> </a:t>
                </a:r>
              </a:p>
            </p:txBody>
          </p:sp>
        </mc:Fallback>
      </mc:AlternateContent>
    </p:spTree>
    <p:extLst>
      <p:ext uri="{BB962C8B-B14F-4D97-AF65-F5344CB8AC3E}">
        <p14:creationId xmlns:p14="http://schemas.microsoft.com/office/powerpoint/2010/main" val="3673730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AE79-3FEE-FB43-9C8F-C8837B3C7A69}"/>
              </a:ext>
            </a:extLst>
          </p:cNvPr>
          <p:cNvSpPr>
            <a:spLocks noGrp="1"/>
          </p:cNvSpPr>
          <p:nvPr>
            <p:ph type="title"/>
          </p:nvPr>
        </p:nvSpPr>
        <p:spPr/>
        <p:txBody>
          <a:bodyPr/>
          <a:lstStyle/>
          <a:p>
            <a:r>
              <a:rPr lang="en-GB" dirty="0"/>
              <a:t>Stochastic 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C7D4A4-E43A-7F4C-BB2C-A4B6827575B3}"/>
                  </a:ext>
                </a:extLst>
              </p:cNvPr>
              <p:cNvSpPr>
                <a:spLocks noGrp="1"/>
              </p:cNvSpPr>
              <p:nvPr>
                <p:ph idx="1"/>
              </p:nvPr>
            </p:nvSpPr>
            <p:spPr/>
            <p:txBody>
              <a:bodyPr>
                <a:normAutofit fontScale="85000" lnSpcReduction="20000"/>
              </a:bodyPr>
              <a:lstStyle/>
              <a:p>
                <a:r>
                  <a:rPr lang="en-GB" dirty="0"/>
                  <a:t>The gradient decent is also called </a:t>
                </a:r>
                <a:r>
                  <a:rPr lang="en-GB" i="1" dirty="0"/>
                  <a:t>batch gradient decent </a:t>
                </a:r>
                <a:r>
                  <a:rPr lang="en-GB" dirty="0"/>
                  <a:t>–</a:t>
                </a:r>
                <a:r>
                  <a:rPr lang="en-GB" i="1" dirty="0"/>
                  <a:t> </a:t>
                </a:r>
                <a:r>
                  <a:rPr lang="en-GB" dirty="0">
                    <a:solidFill>
                      <a:srgbClr val="C00000"/>
                    </a:solidFill>
                  </a:rPr>
                  <a:t>scan through each training example in the dataset in every iteration</a:t>
                </a:r>
                <a:r>
                  <a:rPr lang="en-GB" dirty="0"/>
                  <a:t> – computationally expensive for a very large dataset</a:t>
                </a:r>
              </a:p>
              <a:p>
                <a:r>
                  <a:rPr lang="en-GB" dirty="0"/>
                  <a:t>The stochastic gradient descent works stochastically by randomly picking up </a:t>
                </a:r>
                <a:r>
                  <a:rPr lang="en-GB" i="1" dirty="0"/>
                  <a:t>one training example only </a:t>
                </a:r>
                <a:r>
                  <a:rPr lang="en-GB" dirty="0"/>
                  <a:t>in each iteration, instead of all training examples</a:t>
                </a:r>
              </a:p>
              <a:p>
                <a:pPr lvl="1"/>
                <a:r>
                  <a:rPr lang="en-US" dirty="0"/>
                  <a:t>Start with some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 that fits the first training example</a:t>
                </a:r>
              </a:p>
              <a:p>
                <a:pPr lvl="1"/>
                <a:r>
                  <a:rPr lang="en-US" dirty="0"/>
                  <a:t>Repeat changing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 to reduce </a:t>
                </a:r>
                <a14:m>
                  <m:oMath xmlns:m="http://schemas.openxmlformats.org/officeDocument/2006/math">
                    <m:r>
                      <a:rPr lang="en-GB" i="1">
                        <a:latin typeface="Cambria Math" panose="02040503050406030204" pitchFamily="18" charset="0"/>
                      </a:rPr>
                      <m:t>𝐽</m:t>
                    </m:r>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rPr>
                      <m:t>)</m:t>
                    </m:r>
                  </m:oMath>
                </a14:m>
                <a:r>
                  <a:rPr lang="en-US" dirty="0"/>
                  <a:t> in each iteration until </a:t>
                </a:r>
                <a14:m>
                  <m:oMath xmlns:m="http://schemas.openxmlformats.org/officeDocument/2006/math">
                    <m:r>
                      <a:rPr lang="en-US" i="1" smtClean="0">
                        <a:solidFill>
                          <a:srgbClr val="C00000"/>
                        </a:solidFill>
                        <a:latin typeface="Cambria Math" panose="02040503050406030204" pitchFamily="18" charset="0"/>
                        <a:ea typeface="Cambria Math" panose="02040503050406030204" pitchFamily="18" charset="0"/>
                      </a:rPr>
                      <m:t>𝜃</m:t>
                    </m:r>
                    <m:r>
                      <a:rPr lang="en-US" i="1" smtClean="0">
                        <a:solidFill>
                          <a:srgbClr val="C00000"/>
                        </a:solidFill>
                        <a:latin typeface="Cambria Math" panose="02040503050406030204" pitchFamily="18" charset="0"/>
                        <a:ea typeface="Cambria Math" panose="02040503050406030204" pitchFamily="18" charset="0"/>
                      </a:rPr>
                      <m:t> </m:t>
                    </m:r>
                  </m:oMath>
                </a14:m>
                <a:r>
                  <a:rPr lang="en-US" dirty="0">
                    <a:solidFill>
                      <a:srgbClr val="C00000"/>
                    </a:solidFill>
                  </a:rPr>
                  <a:t>oscillates</a:t>
                </a:r>
                <a:r>
                  <a:rPr lang="en-US" dirty="0"/>
                  <a:t>:</a:t>
                </a:r>
              </a:p>
              <a:p>
                <a:pPr marL="457200" lvl="1" indent="0">
                  <a:buNone/>
                </a:pPr>
                <a:r>
                  <a:rPr lang="en-US" dirty="0"/>
                  <a:t>	For </a:t>
                </a:r>
                <a14:m>
                  <m:oMath xmlns:m="http://schemas.openxmlformats.org/officeDocument/2006/math">
                    <m:r>
                      <a:rPr lang="en-GB" i="1">
                        <a:latin typeface="Cambria Math" panose="02040503050406030204" pitchFamily="18" charset="0"/>
                      </a:rPr>
                      <m:t>𝑗</m:t>
                    </m:r>
                    <m:r>
                      <a:rPr lang="en-GB" i="1">
                        <a:latin typeface="Cambria Math" panose="02040503050406030204" pitchFamily="18" charset="0"/>
                      </a:rPr>
                      <m:t>=0, 1, 2, …, </m:t>
                    </m:r>
                    <m:r>
                      <a:rPr lang="en-GB" i="1">
                        <a:latin typeface="Cambria Math" panose="02040503050406030204" pitchFamily="18" charset="0"/>
                      </a:rPr>
                      <m:t>𝑛</m:t>
                    </m:r>
                  </m:oMath>
                </a14:m>
                <a:r>
                  <a:rPr lang="en-US" dirty="0"/>
                  <a:t> change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oMath>
                </a14:m>
                <a:r>
                  <a:rPr lang="en-GB" i="1" dirty="0"/>
                  <a:t> </a:t>
                </a:r>
                <a:r>
                  <a:rPr lang="en-GB" dirty="0"/>
                  <a:t>as follows:</a:t>
                </a:r>
                <a:endParaRPr lang="en-GB" dirty="0">
                  <a:latin typeface="Cambria Math" panose="02040503050406030204" pitchFamily="18" charset="0"/>
                </a:endParaRPr>
              </a:p>
              <a:p>
                <a:pPr marL="457200" lvl="1" indent="0">
                  <a:buNone/>
                </a:pP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𝛼</m:t>
                    </m:r>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i="1">
                                <a:solidFill>
                                  <a:srgbClr val="C00000"/>
                                </a:solidFill>
                                <a:latin typeface="Cambria Math" panose="02040503050406030204" pitchFamily="18" charset="0"/>
                                <a:ea typeface="Cambria Math" panose="02040503050406030204" pitchFamily="18" charset="0"/>
                              </a:rPr>
                              <m:t>𝑗</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oMath>
                </a14:m>
                <a:endParaRPr lang="en-GB" i="1" dirty="0">
                  <a:latin typeface="Cambria Math" panose="02040503050406030204" pitchFamily="18" charset="0"/>
                  <a:ea typeface="Cambria Math" panose="02040503050406030204" pitchFamily="18" charset="0"/>
                </a:endParaRPr>
              </a:p>
              <a:p>
                <a:pPr marL="457200" lvl="1" indent="0">
                  <a:buNone/>
                </a:pPr>
                <a:r>
                  <a:rPr lang="en-GB" dirty="0"/>
                  <a:t>	</a:t>
                </a:r>
                <a14:m>
                  <m:oMath xmlns:m="http://schemas.openxmlformats.org/officeDocument/2006/math">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𝛼</m:t>
                    </m:r>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𝑗</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oMath>
                </a14:m>
                <a:r>
                  <a:rPr lang="en-GB" dirty="0">
                    <a:ea typeface="Cambria Math" panose="02040503050406030204" pitchFamily="18" charset="0"/>
                  </a:rPr>
                  <a:t> for </a:t>
                </a:r>
                <a:r>
                  <a:rPr lang="en-GB" i="1" dirty="0">
                    <a:ea typeface="Cambria Math" panose="02040503050406030204" pitchFamily="18" charset="0"/>
                  </a:rPr>
                  <a:t>one randomly chosen training ex</a:t>
                </a:r>
                <a:r>
                  <a:rPr lang="en-GB" dirty="0">
                    <a:ea typeface="Cambria Math" panose="02040503050406030204" pitchFamily="18" charset="0"/>
                  </a:rPr>
                  <a:t>ample</a:t>
                </a:r>
              </a:p>
              <a:p>
                <a:pPr marL="457200" lvl="1" indent="0">
                  <a:lnSpc>
                    <a:spcPct val="110000"/>
                  </a:lnSpc>
                  <a:buNone/>
                </a:pPr>
                <a:r>
                  <a:rPr lang="en-US" dirty="0"/>
                  <a:t>where </a:t>
                </a:r>
                <a14:m>
                  <m:oMath xmlns:m="http://schemas.openxmlformats.org/officeDocument/2006/math">
                    <m:r>
                      <a:rPr lang="en-US" i="1">
                        <a:latin typeface="Cambria Math" panose="02040503050406030204" pitchFamily="18" charset="0"/>
                        <a:ea typeface="Cambria Math" panose="02040503050406030204" pitchFamily="18" charset="0"/>
                      </a:rPr>
                      <m:t>𝛼</m:t>
                    </m:r>
                  </m:oMath>
                </a14:m>
                <a:r>
                  <a:rPr lang="en-US" dirty="0"/>
                  <a:t> is called the learning rate, </a:t>
                </a:r>
                <a14:m>
                  <m:oMath xmlns:m="http://schemas.openxmlformats.org/officeDocument/2006/math">
                    <m:f>
                      <m:fPr>
                        <m:ctrlPr>
                          <a:rPr lang="en-GB" i="1">
                            <a:latin typeface="Cambria Math" panose="02040503050406030204" pitchFamily="18" charset="0"/>
                            <a:ea typeface="Cambria Math" panose="02040503050406030204" pitchFamily="18" charset="0"/>
                          </a:rPr>
                        </m:ctrlPr>
                      </m:fPr>
                      <m:num>
                        <m:r>
                          <a:rPr lang="en-GB" i="1">
                            <a:latin typeface="Cambria Math" panose="02040503050406030204" pitchFamily="18" charset="0"/>
                            <a:ea typeface="Cambria Math" panose="02040503050406030204" pitchFamily="18" charset="0"/>
                          </a:rPr>
                          <m:t>𝜕</m:t>
                        </m:r>
                      </m:num>
                      <m:den>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𝑗</m:t>
                            </m:r>
                          </m:sub>
                        </m:sSub>
                      </m:den>
                    </m:f>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represents the partial derivative of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with respect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oMath>
                </a14:m>
                <a:r>
                  <a:rPr lang="en-US" dirty="0"/>
                  <a:t>, which defines the direction of the training example that hopefully allows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go downhill overtime 	</a:t>
                </a:r>
              </a:p>
              <a:p>
                <a:pPr marL="0" indent="0" algn="ctr">
                  <a:buNone/>
                </a:pPr>
                <a:endParaRPr lang="en-US" dirty="0"/>
              </a:p>
              <a:p>
                <a:pPr marL="0" indent="0" algn="ctr">
                  <a:buNone/>
                </a:pPr>
                <a:endParaRPr lang="en-GB" dirty="0"/>
              </a:p>
            </p:txBody>
          </p:sp>
        </mc:Choice>
        <mc:Fallback xmlns="">
          <p:sp>
            <p:nvSpPr>
              <p:cNvPr id="3" name="Content Placeholder 2">
                <a:extLst>
                  <a:ext uri="{FF2B5EF4-FFF2-40B4-BE49-F238E27FC236}">
                    <a16:creationId xmlns:a16="http://schemas.microsoft.com/office/drawing/2014/main" id="{64C7D4A4-E43A-7F4C-BB2C-A4B6827575B3}"/>
                  </a:ext>
                </a:extLst>
              </p:cNvPr>
              <p:cNvSpPr>
                <a:spLocks noGrp="1" noRot="1" noChangeAspect="1" noMove="1" noResize="1" noEditPoints="1" noAdjustHandles="1" noChangeArrowheads="1" noChangeShapeType="1" noTextEdit="1"/>
              </p:cNvSpPr>
              <p:nvPr>
                <p:ph idx="1"/>
              </p:nvPr>
            </p:nvSpPr>
            <p:spPr>
              <a:blipFill>
                <a:blip r:embed="rId3"/>
                <a:stretch>
                  <a:fillRect l="-844" t="-3198" r="-724"/>
                </a:stretch>
              </a:blipFill>
            </p:spPr>
            <p:txBody>
              <a:bodyPr/>
              <a:lstStyle/>
              <a:p>
                <a:r>
                  <a:rPr lang="en-US">
                    <a:noFill/>
                  </a:rPr>
                  <a:t> </a:t>
                </a:r>
              </a:p>
            </p:txBody>
          </p:sp>
        </mc:Fallback>
      </mc:AlternateContent>
    </p:spTree>
    <p:extLst>
      <p:ext uri="{BB962C8B-B14F-4D97-AF65-F5344CB8AC3E}">
        <p14:creationId xmlns:p14="http://schemas.microsoft.com/office/powerpoint/2010/main" val="1741565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AE79-3FEE-FB43-9C8F-C8837B3C7A69}"/>
              </a:ext>
            </a:extLst>
          </p:cNvPr>
          <p:cNvSpPr>
            <a:spLocks noGrp="1"/>
          </p:cNvSpPr>
          <p:nvPr>
            <p:ph type="title"/>
          </p:nvPr>
        </p:nvSpPr>
        <p:spPr/>
        <p:txBody>
          <a:bodyPr/>
          <a:lstStyle/>
          <a:p>
            <a:r>
              <a:rPr lang="en-GB" dirty="0"/>
              <a:t>Stochastic Gradient Descent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C7D4A4-E43A-7F4C-BB2C-A4B6827575B3}"/>
                  </a:ext>
                </a:extLst>
              </p:cNvPr>
              <p:cNvSpPr>
                <a:spLocks noGrp="1"/>
              </p:cNvSpPr>
              <p:nvPr>
                <p:ph idx="1"/>
              </p:nvPr>
            </p:nvSpPr>
            <p:spPr/>
            <p:txBody>
              <a:bodyPr>
                <a:normAutofit fontScale="85000" lnSpcReduction="10000"/>
              </a:bodyPr>
              <a:lstStyle/>
              <a:p>
                <a:pPr marL="0" indent="0">
                  <a:buNone/>
                </a:pPr>
                <a:r>
                  <a:rPr lang="en-GB" dirty="0"/>
                  <a:t>The gradient of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with respect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oMath>
                </a14:m>
                <a:r>
                  <a:rPr lang="en-US" dirty="0"/>
                  <a:t> for </a:t>
                </a:r>
                <a14:m>
                  <m:oMath xmlns:m="http://schemas.openxmlformats.org/officeDocument/2006/math">
                    <m:r>
                      <a:rPr lang="en-GB" i="1">
                        <a:latin typeface="Cambria Math" panose="02040503050406030204" pitchFamily="18" charset="0"/>
                      </a:rPr>
                      <m:t>𝑗</m:t>
                    </m:r>
                    <m:r>
                      <a:rPr lang="en-GB" i="1">
                        <a:latin typeface="Cambria Math" panose="02040503050406030204" pitchFamily="18" charset="0"/>
                      </a:rPr>
                      <m:t>=0, 1, 2</m:t>
                    </m:r>
                  </m:oMath>
                </a14:m>
                <a:r>
                  <a:rPr lang="en-US" dirty="0"/>
                  <a:t>, </a:t>
                </a:r>
                <a14:m>
                  <m:oMath xmlns:m="http://schemas.openxmlformats.org/officeDocument/2006/math">
                    <m:sSub>
                      <m:sSubPr>
                        <m:ctrlPr>
                          <a:rPr lang="en-US" i="1" smtClean="0">
                            <a:latin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i="1" smtClean="0">
                            <a:latin typeface="Cambria Math" panose="02040503050406030204" pitchFamily="18" charset="0"/>
                            <a:ea typeface="Cambria Math" panose="02040503050406030204" pitchFamily="18" charset="0"/>
                          </a:rPr>
                          <m:t>𝜃</m:t>
                        </m:r>
                      </m:sub>
                    </m:sSub>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is calculated by calculating the </a:t>
                </a:r>
                <a:r>
                  <a:rPr lang="en-GB" dirty="0"/>
                  <a:t>partial derivative of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with respect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rPr>
                          <m:t>𝑗</m:t>
                        </m:r>
                      </m:sub>
                    </m:sSub>
                  </m:oMath>
                </a14:m>
                <a:r>
                  <a:rPr lang="en-US" dirty="0"/>
                  <a:t> for </a:t>
                </a:r>
                <a14:m>
                  <m:oMath xmlns:m="http://schemas.openxmlformats.org/officeDocument/2006/math">
                    <m:r>
                      <a:rPr lang="en-GB" i="1">
                        <a:latin typeface="Cambria Math" panose="02040503050406030204" pitchFamily="18" charset="0"/>
                      </a:rPr>
                      <m:t>𝑗</m:t>
                    </m:r>
                    <m:r>
                      <a:rPr lang="en-GB" i="1">
                        <a:latin typeface="Cambria Math" panose="02040503050406030204" pitchFamily="18" charset="0"/>
                      </a:rPr>
                      <m:t>=0, 1, 2, </m:t>
                    </m:r>
                    <m:r>
                      <a:rPr lang="en-GB" i="1">
                        <a:latin typeface="Cambria Math" panose="02040503050406030204" pitchFamily="18" charset="0"/>
                      </a:rPr>
                      <m:t>𝑛</m:t>
                    </m:r>
                  </m:oMath>
                </a14:m>
                <a:r>
                  <a:rPr lang="en-US" dirty="0"/>
                  <a:t>, follows: </a:t>
                </a:r>
                <a:endParaRPr lang="en-GB" dirty="0"/>
              </a:p>
              <a:p>
                <a:pPr marL="0" indent="0">
                  <a:buNone/>
                </a:pPr>
                <a:endParaRPr lang="en-GB" dirty="0"/>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𝜃</m:t>
                          </m:r>
                        </m:sub>
                      </m:sSub>
                      <m:r>
                        <a:rPr lang="en-GB" i="1">
                          <a:latin typeface="Cambria Math" panose="02040503050406030204" pitchFamily="18" charset="0"/>
                          <a:ea typeface="Cambria Math" panose="02040503050406030204" pitchFamily="18" charset="0"/>
                        </a:rPr>
                        <m:t>𝐽</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𝜃</m:t>
                          </m:r>
                        </m:e>
                      </m:d>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b="0"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b="0" i="1" smtClean="0">
                                      <a:latin typeface="Cambria Math" panose="02040503050406030204" pitchFamily="18" charset="0"/>
                                      <a:ea typeface="Cambria Math" panose="02040503050406030204" pitchFamily="18" charset="0"/>
                                    </a:rPr>
                                  </m:ctrlPr>
                                </m:mPr>
                                <m:m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0</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mr>
                                <m:m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1</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mr>
                                <m:mr>
                                  <m:e>
                                    <m:r>
                                      <a:rPr lang="en-GB" b="0" i="1" smtClean="0">
                                        <a:latin typeface="Cambria Math" panose="02040503050406030204" pitchFamily="18" charset="0"/>
                                        <a:ea typeface="Cambria Math" panose="02040503050406030204" pitchFamily="18" charset="0"/>
                                      </a:rPr>
                                      <m:t>⋮</m:t>
                                    </m:r>
                                  </m:e>
                                </m:mr>
                              </m:m>
                            </m:e>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𝑛</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eqArr>
                        </m:e>
                      </m:d>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b="0"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b="0" i="1" smtClean="0">
                                      <a:latin typeface="Cambria Math" panose="02040503050406030204" pitchFamily="18" charset="0"/>
                                      <a:ea typeface="Cambria Math" panose="02040503050406030204" pitchFamily="18" charset="0"/>
                                    </a:rPr>
                                  </m:ctrlPr>
                                </m:mPr>
                                <m:mr>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b="0" i="1" smtClean="0">
                                            <a:solidFill>
                                              <a:srgbClr val="C00000"/>
                                            </a:solidFill>
                                            <a:latin typeface="Cambria Math" panose="02040503050406030204" pitchFamily="18" charset="0"/>
                                            <a:ea typeface="Cambria Math" panose="02040503050406030204" pitchFamily="18" charset="0"/>
                                          </a:rPr>
                                          <m:t>0</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mr>
                                <m:mr>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b="0" i="1" smtClean="0">
                                            <a:solidFill>
                                              <a:srgbClr val="C00000"/>
                                            </a:solidFill>
                                            <a:latin typeface="Cambria Math" panose="02040503050406030204" pitchFamily="18" charset="0"/>
                                            <a:ea typeface="Cambria Math" panose="02040503050406030204" pitchFamily="18" charset="0"/>
                                          </a:rPr>
                                          <m:t>1</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mr>
                                <m:mr>
                                  <m:e>
                                    <m:r>
                                      <a:rPr lang="en-GB" b="0" i="1" smtClean="0">
                                        <a:latin typeface="Cambria Math" panose="02040503050406030204" pitchFamily="18" charset="0"/>
                                        <a:ea typeface="Cambria Math" panose="02040503050406030204" pitchFamily="18" charset="0"/>
                                      </a:rPr>
                                      <m:t>⋮</m:t>
                                    </m:r>
                                  </m:e>
                                </m:mr>
                              </m:m>
                            </m:e>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𝑛</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eqArr>
                        </m:e>
                      </m:d>
                    </m:oMath>
                  </m:oMathPara>
                </a14:m>
                <a:endParaRPr lang="en-US" dirty="0"/>
              </a:p>
              <a:p>
                <a:pPr marL="0" indent="0">
                  <a:buNone/>
                </a:pPr>
                <a:endParaRPr lang="en-US" dirty="0"/>
              </a:p>
              <a:p>
                <a:pPr marL="0" indent="0">
                  <a:buNone/>
                </a:pPr>
                <a:r>
                  <a:rPr lang="en-US" dirty="0"/>
                  <a:t>		</a:t>
                </a:r>
              </a:p>
              <a:p>
                <a:pPr marL="0" indent="0" algn="ctr">
                  <a:buNone/>
                </a:pPr>
                <a:endParaRPr lang="en-US" dirty="0"/>
              </a:p>
              <a:p>
                <a:pPr marL="0" indent="0" algn="ctr">
                  <a:buNone/>
                </a:pPr>
                <a:endParaRPr lang="en-GB" dirty="0"/>
              </a:p>
            </p:txBody>
          </p:sp>
        </mc:Choice>
        <mc:Fallback xmlns="">
          <p:sp>
            <p:nvSpPr>
              <p:cNvPr id="3" name="Content Placeholder 2">
                <a:extLst>
                  <a:ext uri="{FF2B5EF4-FFF2-40B4-BE49-F238E27FC236}">
                    <a16:creationId xmlns:a16="http://schemas.microsoft.com/office/drawing/2014/main" id="{64C7D4A4-E43A-7F4C-BB2C-A4B6827575B3}"/>
                  </a:ext>
                </a:extLst>
              </p:cNvPr>
              <p:cNvSpPr>
                <a:spLocks noGrp="1" noRot="1" noChangeAspect="1" noMove="1" noResize="1" noEditPoints="1" noAdjustHandles="1" noChangeArrowheads="1" noChangeShapeType="1" noTextEdit="1"/>
              </p:cNvSpPr>
              <p:nvPr>
                <p:ph idx="1"/>
              </p:nvPr>
            </p:nvSpPr>
            <p:spPr>
              <a:blipFill>
                <a:blip r:embed="rId3"/>
                <a:stretch>
                  <a:fillRect l="-844" t="-2632" r="-1086"/>
                </a:stretch>
              </a:blipFill>
            </p:spPr>
            <p:txBody>
              <a:bodyPr/>
              <a:lstStyle/>
              <a:p>
                <a:r>
                  <a:rPr lang="en-GB">
                    <a:noFill/>
                  </a:rPr>
                  <a:t> </a:t>
                </a:r>
              </a:p>
            </p:txBody>
          </p:sp>
        </mc:Fallback>
      </mc:AlternateContent>
    </p:spTree>
    <p:extLst>
      <p:ext uri="{BB962C8B-B14F-4D97-AF65-F5344CB8AC3E}">
        <p14:creationId xmlns:p14="http://schemas.microsoft.com/office/powerpoint/2010/main" val="2939479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C15AE79-3FEE-FB43-9C8F-C8837B3C7A69}"/>
                  </a:ext>
                </a:extLst>
              </p:cNvPr>
              <p:cNvSpPr>
                <a:spLocks noGrp="1"/>
              </p:cNvSpPr>
              <p:nvPr>
                <p:ph type="title"/>
              </p:nvPr>
            </p:nvSpPr>
            <p:spPr/>
            <p:txBody>
              <a:bodyPr/>
              <a:lstStyle/>
              <a:p>
                <a:r>
                  <a:rPr lang="en-GB" dirty="0"/>
                  <a:t>Stochastic Gradient Descent – Updating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and Checking </a:t>
                </a:r>
                <a14:m>
                  <m:oMath xmlns:m="http://schemas.openxmlformats.org/officeDocument/2006/math">
                    <m:r>
                      <a:rPr lang="en-GB" i="1">
                        <a:latin typeface="Cambria Math" panose="02040503050406030204" pitchFamily="18" charset="0"/>
                        <a:ea typeface="Cambria Math" panose="02040503050406030204" pitchFamily="18" charset="0"/>
                      </a:rPr>
                      <m:t>𝐽</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oMath>
                </a14:m>
                <a:r>
                  <a:rPr lang="en-US" dirty="0"/>
                  <a:t> for </a:t>
                </a:r>
                <a:r>
                  <a:rPr lang="en-GB" dirty="0"/>
                  <a:t>Convergence </a:t>
                </a:r>
              </a:p>
            </p:txBody>
          </p:sp>
        </mc:Choice>
        <mc:Fallback xmlns="">
          <p:sp>
            <p:nvSpPr>
              <p:cNvPr id="2" name="Title 1">
                <a:extLst>
                  <a:ext uri="{FF2B5EF4-FFF2-40B4-BE49-F238E27FC236}">
                    <a16:creationId xmlns:a16="http://schemas.microsoft.com/office/drawing/2014/main" id="{1C15AE79-3FEE-FB43-9C8F-C8837B3C7A69}"/>
                  </a:ext>
                </a:extLst>
              </p:cNvPr>
              <p:cNvSpPr>
                <a:spLocks noGrp="1" noRot="1" noChangeAspect="1" noMove="1" noResize="1" noEditPoints="1" noAdjustHandles="1" noChangeArrowheads="1" noChangeShapeType="1" noTextEdit="1"/>
              </p:cNvSpPr>
              <p:nvPr>
                <p:ph type="title"/>
              </p:nvPr>
            </p:nvSpPr>
            <p:spPr>
              <a:blipFill>
                <a:blip r:embed="rId3"/>
                <a:stretch>
                  <a:fillRect l="-2292" t="-13333" b="-219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C7D4A4-E43A-7F4C-BB2C-A4B6827575B3}"/>
                  </a:ext>
                </a:extLst>
              </p:cNvPr>
              <p:cNvSpPr>
                <a:spLocks noGrp="1"/>
              </p:cNvSpPr>
              <p:nvPr>
                <p:ph idx="1"/>
              </p:nvPr>
            </p:nvSpPr>
            <p:spPr>
              <a:xfrm>
                <a:off x="838200" y="1825624"/>
                <a:ext cx="10515600" cy="4257123"/>
              </a:xfrm>
              <a:noFill/>
            </p:spPr>
            <p:txBody>
              <a:bodyPr>
                <a:normAutofit fontScale="92500"/>
              </a:bodyPr>
              <a:lstStyle/>
              <a:p>
                <a:pPr marL="0" indent="0">
                  <a:buNone/>
                </a:pP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is changed as follows (Step 2 in the Gradient Descent algorithm):</a:t>
                </a:r>
              </a:p>
              <a:p>
                <a:pPr marL="0" indent="0">
                  <a:buNone/>
                </a:pPr>
                <a:endParaRPr lang="en-GB" dirty="0"/>
              </a:p>
              <a:p>
                <a:pPr marL="457200" lvl="1"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ea typeface="Cambria Math" panose="02040503050406030204" pitchFamily="18" charset="0"/>
                            </a:rPr>
                            <m:t>∙</m:t>
                          </m:r>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𝜃</m:t>
                          </m:r>
                        </m:sub>
                      </m:sSub>
                      <m:r>
                        <a:rPr lang="en-GB" i="1">
                          <a:latin typeface="Cambria Math" panose="02040503050406030204" pitchFamily="18" charset="0"/>
                          <a:ea typeface="Cambria Math" panose="02040503050406030204" pitchFamily="18" charset="0"/>
                        </a:rPr>
                        <m:t>𝐽</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𝜃</m:t>
                          </m: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eqArr>
                            <m:eqArrPr>
                              <m:ctrlPr>
                                <a:rPr lang="en-GB" b="0" i="1" smtClean="0">
                                  <a:latin typeface="Cambria Math" panose="02040503050406030204" pitchFamily="18" charset="0"/>
                                  <a:ea typeface="Cambria Math" panose="02040503050406030204" pitchFamily="18" charset="0"/>
                                </a:rPr>
                              </m:ctrlPr>
                            </m:eqArrPr>
                            <m:e>
                              <m:m>
                                <m:mPr>
                                  <m:mcs>
                                    <m:mc>
                                      <m:mcPr>
                                        <m:count m:val="1"/>
                                        <m:mcJc m:val="center"/>
                                      </m:mcPr>
                                    </m:mc>
                                  </m:mcs>
                                  <m:ctrlPr>
                                    <a:rPr lang="en-GB" b="0" i="1" smtClean="0">
                                      <a:latin typeface="Cambria Math" panose="02040503050406030204" pitchFamily="18" charset="0"/>
                                      <a:ea typeface="Cambria Math" panose="02040503050406030204" pitchFamily="18" charset="0"/>
                                    </a:rPr>
                                  </m:ctrlPr>
                                </m:mPr>
                                <m:m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0</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mr>
                                <m:mr>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1</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mr>
                                <m:mr>
                                  <m:e>
                                    <m:r>
                                      <a:rPr lang="en-GB" b="0" i="1" smtClean="0">
                                        <a:latin typeface="Cambria Math" panose="02040503050406030204" pitchFamily="18" charset="0"/>
                                        <a:ea typeface="Cambria Math" panose="02040503050406030204" pitchFamily="18" charset="0"/>
                                      </a:rPr>
                                      <m:t>⋮</m:t>
                                    </m:r>
                                  </m:e>
                                </m:mr>
                              </m:m>
                            </m:e>
                            <m:e>
                              <m:f>
                                <m:fPr>
                                  <m:ctrlPr>
                                    <a:rPr lang="en-GB" i="1">
                                      <a:solidFill>
                                        <a:srgbClr val="C00000"/>
                                      </a:solidFill>
                                      <a:latin typeface="Cambria Math" panose="02040503050406030204" pitchFamily="18" charset="0"/>
                                      <a:ea typeface="Cambria Math" panose="02040503050406030204" pitchFamily="18" charset="0"/>
                                    </a:rPr>
                                  </m:ctrlPr>
                                </m:fPr>
                                <m:num>
                                  <m:r>
                                    <a:rPr lang="en-GB" i="1">
                                      <a:solidFill>
                                        <a:srgbClr val="C00000"/>
                                      </a:solidFill>
                                      <a:latin typeface="Cambria Math" panose="02040503050406030204" pitchFamily="18" charset="0"/>
                                      <a:ea typeface="Cambria Math" panose="02040503050406030204" pitchFamily="18" charset="0"/>
                                    </a:rPr>
                                    <m:t>𝜕</m:t>
                                  </m:r>
                                </m:num>
                                <m:den>
                                  <m:r>
                                    <a:rPr lang="en-GB" i="1">
                                      <a:solidFill>
                                        <a:srgbClr val="C00000"/>
                                      </a:solidFill>
                                      <a:latin typeface="Cambria Math" panose="02040503050406030204" pitchFamily="18" charset="0"/>
                                      <a:ea typeface="Cambria Math" panose="02040503050406030204" pitchFamily="18" charset="0"/>
                                    </a:rPr>
                                    <m:t>𝜕</m:t>
                                  </m:r>
                                  <m:sSub>
                                    <m:sSubPr>
                                      <m:ctrlPr>
                                        <a:rPr lang="en-GB" i="1">
                                          <a:solidFill>
                                            <a:srgbClr val="C00000"/>
                                          </a:solidFill>
                                          <a:latin typeface="Cambria Math" panose="02040503050406030204" pitchFamily="18" charset="0"/>
                                          <a:ea typeface="Cambria Math" panose="02040503050406030204" pitchFamily="18" charset="0"/>
                                        </a:rPr>
                                      </m:ctrlPr>
                                    </m:sSubPr>
                                    <m:e>
                                      <m:r>
                                        <a:rPr lang="en-GB" i="1">
                                          <a:solidFill>
                                            <a:srgbClr val="C00000"/>
                                          </a:solidFill>
                                          <a:latin typeface="Cambria Math" panose="02040503050406030204" pitchFamily="18" charset="0"/>
                                          <a:ea typeface="Cambria Math" panose="02040503050406030204" pitchFamily="18" charset="0"/>
                                        </a:rPr>
                                        <m:t>𝜃</m:t>
                                      </m:r>
                                    </m:e>
                                    <m:sub>
                                      <m:r>
                                        <a:rPr lang="en-GB" b="0" i="1" smtClean="0">
                                          <a:solidFill>
                                            <a:srgbClr val="C00000"/>
                                          </a:solidFill>
                                          <a:latin typeface="Cambria Math" panose="02040503050406030204" pitchFamily="18" charset="0"/>
                                          <a:ea typeface="Cambria Math" panose="02040503050406030204" pitchFamily="18" charset="0"/>
                                        </a:rPr>
                                        <m:t>𝑛</m:t>
                                      </m:r>
                                    </m:sub>
                                  </m:sSub>
                                </m:den>
                              </m:f>
                              <m:r>
                                <a:rPr lang="en-GB" i="1">
                                  <a:solidFill>
                                    <a:srgbClr val="C00000"/>
                                  </a:solidFill>
                                  <a:latin typeface="Cambria Math" panose="02040503050406030204" pitchFamily="18" charset="0"/>
                                  <a:ea typeface="Cambria Math" panose="02040503050406030204" pitchFamily="18" charset="0"/>
                                </a:rPr>
                                <m:t>𝐽</m:t>
                              </m:r>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𝜃</m:t>
                                  </m:r>
                                </m:e>
                              </m:d>
                            </m:e>
                          </m:eqAr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𝛼</m:t>
                      </m:r>
                      <m:r>
                        <a:rPr lang="en-GB" i="1">
                          <a:latin typeface="Cambria Math" panose="02040503050406030204" pitchFamily="18" charset="0"/>
                          <a:ea typeface="Cambria Math" panose="02040503050406030204" pitchFamily="18" charset="0"/>
                        </a:rPr>
                        <m:t>∙</m:t>
                      </m:r>
                      <m:d>
                        <m:dPr>
                          <m:begChr m:val="["/>
                          <m:endChr m:val="]"/>
                          <m:ctrlPr>
                            <a:rPr lang="en-GB" i="1">
                              <a:latin typeface="Cambria Math" panose="02040503050406030204" pitchFamily="18" charset="0"/>
                              <a:ea typeface="Cambria Math" panose="02040503050406030204" pitchFamily="18" charset="0"/>
                            </a:rPr>
                          </m:ctrlPr>
                        </m:dPr>
                        <m:e>
                          <m:eqArr>
                            <m:eqArrPr>
                              <m:ctrlPr>
                                <a:rPr lang="en-GB" i="1">
                                  <a:latin typeface="Cambria Math" panose="02040503050406030204" pitchFamily="18" charset="0"/>
                                  <a:ea typeface="Cambria Math" panose="02040503050406030204" pitchFamily="18" charset="0"/>
                                </a:rPr>
                              </m:ctrlPr>
                            </m:eqArrPr>
                            <m:e>
                              <m:m>
                                <m:mPr>
                                  <m:mcs>
                                    <m:mc>
                                      <m:mcPr>
                                        <m:count m:val="1"/>
                                        <m:mcJc m:val="center"/>
                                      </m:mcPr>
                                    </m:mc>
                                  </m:mcs>
                                  <m:ctrlPr>
                                    <a:rPr lang="en-GB" i="1">
                                      <a:latin typeface="Cambria Math" panose="02040503050406030204" pitchFamily="18" charset="0"/>
                                      <a:ea typeface="Cambria Math" panose="02040503050406030204" pitchFamily="18" charset="0"/>
                                    </a:rPr>
                                  </m:ctrlPr>
                                </m:mPr>
                                <m:mr>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0</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mr>
                                <m:mr>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1</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mr>
                                <m:mr>
                                  <m:e>
                                    <m:r>
                                      <a:rPr lang="en-GB" i="1">
                                        <a:latin typeface="Cambria Math" panose="02040503050406030204" pitchFamily="18" charset="0"/>
                                        <a:ea typeface="Cambria Math" panose="02040503050406030204" pitchFamily="18" charset="0"/>
                                      </a:rPr>
                                      <m:t>⋮</m:t>
                                    </m:r>
                                  </m:e>
                                </m:mr>
                              </m:m>
                            </m:e>
                            <m:e>
                              <m:d>
                                <m:dPr>
                                  <m:ctrlPr>
                                    <a:rPr lang="en-GB" i="1">
                                      <a:solidFill>
                                        <a:srgbClr val="C00000"/>
                                      </a:solidFill>
                                      <a:latin typeface="Cambria Math" panose="02040503050406030204" pitchFamily="18" charset="0"/>
                                    </a:rPr>
                                  </m:ctrlPr>
                                </m:dPr>
                                <m:e>
                                  <m:sSub>
                                    <m:sSubPr>
                                      <m:ctrlPr>
                                        <a:rPr lang="en-GB" i="1">
                                          <a:solidFill>
                                            <a:srgbClr val="C00000"/>
                                          </a:solidFill>
                                          <a:latin typeface="Cambria Math" panose="02040503050406030204" pitchFamily="18" charset="0"/>
                                        </a:rPr>
                                      </m:ctrlPr>
                                    </m:sSubPr>
                                    <m:e>
                                      <m:r>
                                        <a:rPr lang="en-GB" i="1">
                                          <a:solidFill>
                                            <a:srgbClr val="C00000"/>
                                          </a:solidFill>
                                          <a:latin typeface="Cambria Math" panose="02040503050406030204" pitchFamily="18" charset="0"/>
                                        </a:rPr>
                                        <m:t>h</m:t>
                                      </m:r>
                                    </m:e>
                                    <m:sub>
                                      <m:r>
                                        <a:rPr lang="en-GB" i="1">
                                          <a:solidFill>
                                            <a:srgbClr val="C00000"/>
                                          </a:solidFill>
                                          <a:latin typeface="Cambria Math" panose="02040503050406030204" pitchFamily="18" charset="0"/>
                                          <a:ea typeface="Cambria Math" panose="02040503050406030204" pitchFamily="18" charset="0"/>
                                        </a:rPr>
                                        <m:t>𝜃</m:t>
                                      </m:r>
                                    </m:sub>
                                  </m:sSub>
                                  <m:d>
                                    <m:dPr>
                                      <m:ctrlPr>
                                        <a:rPr lang="en-GB" i="1">
                                          <a:solidFill>
                                            <a:srgbClr val="C00000"/>
                                          </a:solidFill>
                                          <a:latin typeface="Cambria Math" panose="02040503050406030204" pitchFamily="18" charset="0"/>
                                        </a:rPr>
                                      </m:ctrlPr>
                                    </m:dPr>
                                    <m:e>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𝑥</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rPr>
                                    <m:t>−</m:t>
                                  </m:r>
                                  <m:sSup>
                                    <m:sSupPr>
                                      <m:ctrlPr>
                                        <a:rPr lang="en-GB" i="1">
                                          <a:solidFill>
                                            <a:srgbClr val="C00000"/>
                                          </a:solidFill>
                                          <a:latin typeface="Cambria Math" panose="02040503050406030204" pitchFamily="18" charset="0"/>
                                        </a:rPr>
                                      </m:ctrlPr>
                                    </m:sSupPr>
                                    <m:e>
                                      <m:r>
                                        <a:rPr lang="en-GB" i="1">
                                          <a:solidFill>
                                            <a:srgbClr val="C00000"/>
                                          </a:solidFill>
                                          <a:latin typeface="Cambria Math" panose="02040503050406030204" pitchFamily="18" charset="0"/>
                                        </a:rPr>
                                        <m:t>𝑦</m:t>
                                      </m:r>
                                    </m:e>
                                    <m:sup>
                                      <m:d>
                                        <m:dPr>
                                          <m:ctrlPr>
                                            <a:rPr lang="en-GB" i="1">
                                              <a:solidFill>
                                                <a:srgbClr val="C00000"/>
                                              </a:solidFill>
                                              <a:latin typeface="Cambria Math" panose="02040503050406030204" pitchFamily="18" charset="0"/>
                                            </a:rPr>
                                          </m:ctrlPr>
                                        </m:dPr>
                                        <m:e>
                                          <m:r>
                                            <a:rPr lang="en-GB" i="1">
                                              <a:solidFill>
                                                <a:srgbClr val="C00000"/>
                                              </a:solidFill>
                                              <a:latin typeface="Cambria Math" panose="02040503050406030204" pitchFamily="18" charset="0"/>
                                            </a:rPr>
                                            <m:t>𝑖</m:t>
                                          </m:r>
                                        </m:e>
                                      </m:d>
                                    </m:sup>
                                  </m:sSup>
                                </m:e>
                              </m:d>
                              <m:r>
                                <a:rPr lang="en-GB" i="1">
                                  <a:solidFill>
                                    <a:srgbClr val="C00000"/>
                                  </a:solidFill>
                                  <a:latin typeface="Cambria Math" panose="02040503050406030204" pitchFamily="18" charset="0"/>
                                  <a:ea typeface="Cambria Math" panose="02040503050406030204" pitchFamily="18" charset="0"/>
                                </a:rPr>
                                <m:t>∙</m:t>
                              </m:r>
                              <m:sSubSup>
                                <m:sSubSupPr>
                                  <m:ctrlPr>
                                    <a:rPr lang="en-GB" i="1">
                                      <a:solidFill>
                                        <a:srgbClr val="C00000"/>
                                      </a:solidFill>
                                      <a:latin typeface="Cambria Math" panose="02040503050406030204" pitchFamily="18" charset="0"/>
                                      <a:ea typeface="Cambria Math" panose="02040503050406030204" pitchFamily="18" charset="0"/>
                                    </a:rPr>
                                  </m:ctrlPr>
                                </m:sSubSupPr>
                                <m:e>
                                  <m:r>
                                    <a:rPr lang="en-GB" i="1">
                                      <a:solidFill>
                                        <a:srgbClr val="C00000"/>
                                      </a:solidFill>
                                      <a:latin typeface="Cambria Math" panose="02040503050406030204" pitchFamily="18" charset="0"/>
                                      <a:ea typeface="Cambria Math" panose="02040503050406030204" pitchFamily="18" charset="0"/>
                                    </a:rPr>
                                    <m:t>𝑥</m:t>
                                  </m:r>
                                </m:e>
                                <m:sub>
                                  <m:r>
                                    <a:rPr lang="en-GB" i="1">
                                      <a:solidFill>
                                        <a:srgbClr val="C00000"/>
                                      </a:solidFill>
                                      <a:latin typeface="Cambria Math" panose="02040503050406030204" pitchFamily="18" charset="0"/>
                                      <a:ea typeface="Cambria Math" panose="02040503050406030204" pitchFamily="18" charset="0"/>
                                    </a:rPr>
                                    <m:t>𝑛</m:t>
                                  </m:r>
                                </m:sub>
                                <m:sup>
                                  <m:d>
                                    <m:dPr>
                                      <m:ctrlPr>
                                        <a:rPr lang="en-GB" i="1">
                                          <a:solidFill>
                                            <a:srgbClr val="C00000"/>
                                          </a:solidFill>
                                          <a:latin typeface="Cambria Math" panose="02040503050406030204" pitchFamily="18" charset="0"/>
                                          <a:ea typeface="Cambria Math" panose="02040503050406030204" pitchFamily="18" charset="0"/>
                                        </a:rPr>
                                      </m:ctrlPr>
                                    </m:dPr>
                                    <m:e>
                                      <m:r>
                                        <a:rPr lang="en-GB" i="1">
                                          <a:solidFill>
                                            <a:srgbClr val="C00000"/>
                                          </a:solidFill>
                                          <a:latin typeface="Cambria Math" panose="02040503050406030204" pitchFamily="18" charset="0"/>
                                          <a:ea typeface="Cambria Math" panose="02040503050406030204" pitchFamily="18" charset="0"/>
                                        </a:rPr>
                                        <m:t>𝑖</m:t>
                                      </m:r>
                                    </m:e>
                                  </m:d>
                                </m:sup>
                              </m:sSubSup>
                            </m:e>
                          </m:eqArr>
                        </m:e>
                      </m:d>
                    </m:oMath>
                  </m:oMathPara>
                </a14:m>
                <a:endParaRPr lang="en-GB" dirty="0">
                  <a:solidFill>
                    <a:srgbClr val="C00000"/>
                  </a:solidFill>
                  <a:ea typeface="Cambria Math" panose="02040503050406030204" pitchFamily="18" charset="0"/>
                </a:endParaRPr>
              </a:p>
              <a:p>
                <a:pPr marL="457200" lvl="1" indent="0">
                  <a:spcBef>
                    <a:spcPts val="600"/>
                  </a:spcBef>
                  <a:buNone/>
                </a:pPr>
                <a:r>
                  <a:rPr lang="en-US" dirty="0"/>
                  <a:t>When the gradient of </a:t>
                </a:r>
                <a14:m>
                  <m:oMath xmlns:m="http://schemas.openxmlformats.org/officeDocument/2006/math">
                    <m:r>
                      <a:rPr lang="en-GB" i="1">
                        <a:latin typeface="Cambria Math" panose="02040503050406030204" pitchFamily="18" charset="0"/>
                      </a:rPr>
                      <m:t>𝐽</m:t>
                    </m:r>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b="0" i="1" smtClean="0">
                        <a:latin typeface="Cambria Math" panose="02040503050406030204" pitchFamily="18" charset="0"/>
                        <a:ea typeface="Cambria Math" panose="02040503050406030204" pitchFamily="18" charset="0"/>
                      </a:rPr>
                      <m:t>)</m:t>
                    </m:r>
                  </m:oMath>
                </a14:m>
                <a:r>
                  <a:rPr lang="en-US" dirty="0"/>
                  <a:t> becomes </a:t>
                </a:r>
                <a14:m>
                  <m:oMath xmlns:m="http://schemas.openxmlformats.org/officeDocument/2006/math">
                    <m:r>
                      <a:rPr lang="en-GB" i="1">
                        <a:latin typeface="Cambria Math" panose="02040503050406030204" pitchFamily="18" charset="0"/>
                      </a:rPr>
                      <m:t>0</m:t>
                    </m:r>
                  </m:oMath>
                </a14:m>
                <a:r>
                  <a:rPr lang="en-US" dirty="0"/>
                  <a:t>, </a:t>
                </a:r>
                <a14:m>
                  <m:oMath xmlns:m="http://schemas.openxmlformats.org/officeDocument/2006/math">
                    <m:r>
                      <a:rPr lang="en-GB" i="1">
                        <a:latin typeface="Cambria Math" panose="02040503050406030204" pitchFamily="18" charset="0"/>
                      </a:rPr>
                      <m:t>𝐽</m:t>
                    </m:r>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𝜃</m:t>
                    </m:r>
                    <m:r>
                      <a:rPr lang="en-GB" i="1">
                        <a:latin typeface="Cambria Math" panose="02040503050406030204" pitchFamily="18" charset="0"/>
                      </a:rPr>
                      <m:t>)</m:t>
                    </m:r>
                  </m:oMath>
                </a14:m>
                <a:r>
                  <a:rPr lang="en-US" dirty="0"/>
                  <a:t> is at its minimum. So we check </a:t>
                </a:r>
                <a:r>
                  <a:rPr lang="en-US" i="1" dirty="0"/>
                  <a:t>the difference between the new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i="1" dirty="0"/>
                  <a:t> and the old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i="1" dirty="0"/>
                  <a:t> </a:t>
                </a:r>
                <a:r>
                  <a:rPr lang="en-US" dirty="0"/>
                  <a:t>after each iteration until the difference becomes close to </a:t>
                </a:r>
                <a14:m>
                  <m:oMath xmlns:m="http://schemas.openxmlformats.org/officeDocument/2006/math">
                    <m:r>
                      <a:rPr lang="en-GB" i="1">
                        <a:latin typeface="Cambria Math" panose="02040503050406030204" pitchFamily="18" charset="0"/>
                      </a:rPr>
                      <m:t>0</m:t>
                    </m:r>
                  </m:oMath>
                </a14:m>
                <a:r>
                  <a:rPr lang="en-US" dirty="0"/>
                  <a:t> when we have found the values of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a:t>
                </a:r>
              </a:p>
              <a:p>
                <a:pPr marL="0" indent="0" algn="ctr">
                  <a:buNone/>
                </a:pPr>
                <a:endParaRPr lang="en-US" dirty="0"/>
              </a:p>
              <a:p>
                <a:pPr marL="0" indent="0" algn="ctr">
                  <a:buNone/>
                </a:pPr>
                <a:endParaRPr lang="en-GB" dirty="0"/>
              </a:p>
            </p:txBody>
          </p:sp>
        </mc:Choice>
        <mc:Fallback xmlns="">
          <p:sp>
            <p:nvSpPr>
              <p:cNvPr id="3" name="Content Placeholder 2">
                <a:extLst>
                  <a:ext uri="{FF2B5EF4-FFF2-40B4-BE49-F238E27FC236}">
                    <a16:creationId xmlns:a16="http://schemas.microsoft.com/office/drawing/2014/main" id="{64C7D4A4-E43A-7F4C-BB2C-A4B6827575B3}"/>
                  </a:ext>
                </a:extLst>
              </p:cNvPr>
              <p:cNvSpPr>
                <a:spLocks noGrp="1" noRot="1" noChangeAspect="1" noMove="1" noResize="1" noEditPoints="1" noAdjustHandles="1" noChangeArrowheads="1" noChangeShapeType="1" noTextEdit="1"/>
              </p:cNvSpPr>
              <p:nvPr>
                <p:ph idx="1"/>
              </p:nvPr>
            </p:nvSpPr>
            <p:spPr>
              <a:xfrm>
                <a:off x="838200" y="1825624"/>
                <a:ext cx="10515600" cy="4257123"/>
              </a:xfrm>
              <a:blipFill>
                <a:blip r:embed="rId4"/>
                <a:stretch>
                  <a:fillRect l="-241" t="-2388"/>
                </a:stretch>
              </a:blipFill>
            </p:spPr>
            <p:txBody>
              <a:bodyPr/>
              <a:lstStyle/>
              <a:p>
                <a:r>
                  <a:rPr lang="en-GB">
                    <a:noFill/>
                  </a:rPr>
                  <a:t> </a:t>
                </a:r>
              </a:p>
            </p:txBody>
          </p:sp>
        </mc:Fallback>
      </mc:AlternateContent>
    </p:spTree>
    <p:extLst>
      <p:ext uri="{BB962C8B-B14F-4D97-AF65-F5344CB8AC3E}">
        <p14:creationId xmlns:p14="http://schemas.microsoft.com/office/powerpoint/2010/main" val="2972859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C88AA-0A29-4045-9D4B-21D2C4E01F2A}"/>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52A285D5-94E9-A140-B773-B73E332F7451}"/>
              </a:ext>
            </a:extLst>
          </p:cNvPr>
          <p:cNvSpPr>
            <a:spLocks noGrp="1"/>
          </p:cNvSpPr>
          <p:nvPr>
            <p:ph idx="1"/>
          </p:nvPr>
        </p:nvSpPr>
        <p:spPr/>
        <p:txBody>
          <a:bodyPr/>
          <a:lstStyle/>
          <a:p>
            <a:r>
              <a:rPr lang="en-GB" dirty="0"/>
              <a:t>Linear regression</a:t>
            </a:r>
          </a:p>
          <a:p>
            <a:r>
              <a:rPr lang="en-GB" dirty="0"/>
              <a:t>Notation of ML algorithms</a:t>
            </a:r>
          </a:p>
          <a:p>
            <a:r>
              <a:rPr lang="en-GB" dirty="0"/>
              <a:t>Learning parameters by gradient descent</a:t>
            </a:r>
          </a:p>
          <a:p>
            <a:r>
              <a:rPr lang="en-GB" i="1" dirty="0"/>
              <a:t>Batch gradient descent </a:t>
            </a:r>
            <a:r>
              <a:rPr lang="en-GB" dirty="0"/>
              <a:t>needs to scan over all training examples in each iteration until the cost function converges</a:t>
            </a:r>
          </a:p>
          <a:p>
            <a:r>
              <a:rPr lang="en-GB" i="1" dirty="0"/>
              <a:t>Stochastic gradient descent </a:t>
            </a:r>
            <a:r>
              <a:rPr lang="en-GB" dirty="0"/>
              <a:t>randomly chooses one example only in each iteration until the cost function converges</a:t>
            </a:r>
          </a:p>
        </p:txBody>
      </p:sp>
    </p:spTree>
    <p:extLst>
      <p:ext uri="{BB962C8B-B14F-4D97-AF65-F5344CB8AC3E}">
        <p14:creationId xmlns:p14="http://schemas.microsoft.com/office/powerpoint/2010/main" val="320909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6CD5E-C550-504C-AC73-3DB712237D6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CF15623-6C42-084A-8E9E-796C196AFE81}"/>
              </a:ext>
            </a:extLst>
          </p:cNvPr>
          <p:cNvSpPr>
            <a:spLocks noGrp="1"/>
          </p:cNvSpPr>
          <p:nvPr>
            <p:ph idx="1"/>
          </p:nvPr>
        </p:nvSpPr>
        <p:spPr/>
        <p:txBody>
          <a:bodyPr/>
          <a:lstStyle/>
          <a:p>
            <a:r>
              <a:rPr lang="en-US" dirty="0"/>
              <a:t>Chapter 4. Training Models in Hands-on ML</a:t>
            </a:r>
          </a:p>
        </p:txBody>
      </p:sp>
    </p:spTree>
    <p:extLst>
      <p:ext uri="{BB962C8B-B14F-4D97-AF65-F5344CB8AC3E}">
        <p14:creationId xmlns:p14="http://schemas.microsoft.com/office/powerpoint/2010/main" val="3461833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B344-9E91-F04A-9588-33E91290D3D6}"/>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C77EB706-3AD4-4A4F-8AD3-543636C6D46C}"/>
              </a:ext>
            </a:extLst>
          </p:cNvPr>
          <p:cNvSpPr>
            <a:spLocks noGrp="1"/>
          </p:cNvSpPr>
          <p:nvPr>
            <p:ph idx="1"/>
          </p:nvPr>
        </p:nvSpPr>
        <p:spPr/>
        <p:txBody>
          <a:bodyPr/>
          <a:lstStyle/>
          <a:p>
            <a:r>
              <a:rPr lang="en-US" dirty="0"/>
              <a:t>Andrew Ng’s Machine Learning Course</a:t>
            </a:r>
          </a:p>
          <a:p>
            <a:pPr lvl="1"/>
            <a:r>
              <a:rPr lang="en-GB" dirty="0"/>
              <a:t>Lecture 2 - Linear Regression and Gradient Descent</a:t>
            </a:r>
          </a:p>
          <a:p>
            <a:pPr lvl="1"/>
            <a:r>
              <a:rPr lang="en-US" dirty="0"/>
              <a:t>A good video for linear regression </a:t>
            </a:r>
            <a:r>
              <a:rPr lang="en-US" dirty="0">
                <a:hlinkClick r:id="rId3"/>
              </a:rPr>
              <a:t>https://www.youtube.com/watch?v=4b4MUYve_U8</a:t>
            </a:r>
            <a:endParaRPr lang="en-US" dirty="0"/>
          </a:p>
          <a:p>
            <a:r>
              <a:rPr lang="en-GB" dirty="0"/>
              <a:t>Introduction to Derivatives</a:t>
            </a:r>
          </a:p>
          <a:p>
            <a:pPr lvl="1"/>
            <a:r>
              <a:rPr lang="en-GB" dirty="0"/>
              <a:t>Look at this only if you find it fun</a:t>
            </a:r>
          </a:p>
          <a:p>
            <a:pPr lvl="1"/>
            <a:r>
              <a:rPr lang="en-US" dirty="0">
                <a:hlinkClick r:id="rId4"/>
              </a:rPr>
              <a:t>https://www.mathsisfun.com/calculus/derivatives-introduction.html</a:t>
            </a:r>
            <a:r>
              <a:rPr lang="en-US"/>
              <a:t> </a:t>
            </a:r>
            <a:endParaRPr lang="en-US" dirty="0"/>
          </a:p>
          <a:p>
            <a:endParaRPr lang="en-US" dirty="0"/>
          </a:p>
        </p:txBody>
      </p:sp>
    </p:spTree>
    <p:extLst>
      <p:ext uri="{BB962C8B-B14F-4D97-AF65-F5344CB8AC3E}">
        <p14:creationId xmlns:p14="http://schemas.microsoft.com/office/powerpoint/2010/main" val="26884176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23468</TotalTime>
  <Words>3049</Words>
  <Application>Microsoft Macintosh PowerPoint</Application>
  <PresentationFormat>Widescreen</PresentationFormat>
  <Paragraphs>287</Paragraphs>
  <Slides>27</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Courier New</vt:lpstr>
      <vt:lpstr>Arial</vt:lpstr>
      <vt:lpstr>Times New Roman</vt:lpstr>
      <vt:lpstr>Google Sans</vt:lpstr>
      <vt:lpstr>Cambria Math</vt:lpstr>
      <vt:lpstr>Calibri</vt:lpstr>
      <vt:lpstr>Office Theme</vt:lpstr>
      <vt:lpstr>Linear Regression and Gradient Descent</vt:lpstr>
      <vt:lpstr>Outline</vt:lpstr>
      <vt:lpstr>Linear Regression – An Example</vt:lpstr>
      <vt:lpstr>Linear Regression – Intuition</vt:lpstr>
      <vt:lpstr>Notation - Representing the Hypothesis, Parameters and Features</vt:lpstr>
      <vt:lpstr>Notation - Representing the Hypothesis, Parameters and Features Using Vectors</vt:lpstr>
      <vt:lpstr>Notation - Representing the Hypothesis, Parameters and Features Using Matrices</vt:lpstr>
      <vt:lpstr>Multiplication of Two Matrices – An Example</vt:lpstr>
      <vt:lpstr>Multiplying θ with x to Make Predictions y ̂</vt:lpstr>
      <vt:lpstr>Measuring Errors – Squared Errors</vt:lpstr>
      <vt:lpstr>Finding θ to Minimise a Cost/Loss Function</vt:lpstr>
      <vt:lpstr>End of Week 1</vt:lpstr>
      <vt:lpstr>Mean Squared Error – An Example</vt:lpstr>
      <vt:lpstr>Mean Squared Error – An Example</vt:lpstr>
      <vt:lpstr>Gradient Descent – An Illustration</vt:lpstr>
      <vt:lpstr>Gradient Descent for Finding θ – An Illustration</vt:lpstr>
      <vt:lpstr>How to Find the Best Values of θ for the Linear Regression Model?</vt:lpstr>
      <vt:lpstr>Gradient Descent for Finding θ</vt:lpstr>
      <vt:lpstr>Cost Function is a Continuous, Convex Function</vt:lpstr>
      <vt:lpstr>Gradient Descent – Calculating Gradient</vt:lpstr>
      <vt:lpstr>Gradient Descent – Updating θ and Checking J(θ) for Convergence </vt:lpstr>
      <vt:lpstr>Stochastic Gradient Descent</vt:lpstr>
      <vt:lpstr>Stochastic Gradient Descent</vt:lpstr>
      <vt:lpstr>Stochastic Gradient Descent – Updating θ and Checking J(θ) for Convergence </vt:lpstr>
      <vt:lpstr>Summary</vt:lpstr>
      <vt:lpstr>References</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Jun Hong</dc:creator>
  <cp:lastModifiedBy>Jun Hong</cp:lastModifiedBy>
  <cp:revision>89</cp:revision>
  <dcterms:created xsi:type="dcterms:W3CDTF">2021-03-22T16:57:30Z</dcterms:created>
  <dcterms:modified xsi:type="dcterms:W3CDTF">2025-01-31T11:00:08Z</dcterms:modified>
</cp:coreProperties>
</file>