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09" r:id="rId2"/>
    <p:sldId id="281" r:id="rId3"/>
    <p:sldId id="261" r:id="rId4"/>
    <p:sldId id="262" r:id="rId5"/>
    <p:sldId id="264" r:id="rId6"/>
    <p:sldId id="272" r:id="rId7"/>
    <p:sldId id="273" r:id="rId8"/>
    <p:sldId id="394" r:id="rId9"/>
    <p:sldId id="397" r:id="rId10"/>
    <p:sldId id="398" r:id="rId11"/>
    <p:sldId id="399" r:id="rId12"/>
    <p:sldId id="400" r:id="rId13"/>
    <p:sldId id="418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395" r:id="rId23"/>
    <p:sldId id="392" r:id="rId24"/>
    <p:sldId id="280" r:id="rId25"/>
    <p:sldId id="267" r:id="rId26"/>
    <p:sldId id="396" r:id="rId27"/>
    <p:sldId id="419" r:id="rId28"/>
    <p:sldId id="274" r:id="rId29"/>
    <p:sldId id="276" r:id="rId30"/>
    <p:sldId id="278" r:id="rId31"/>
    <p:sldId id="411" r:id="rId32"/>
    <p:sldId id="414" r:id="rId33"/>
    <p:sldId id="413" r:id="rId34"/>
    <p:sldId id="279" r:id="rId35"/>
    <p:sldId id="415" r:id="rId36"/>
    <p:sldId id="416" r:id="rId37"/>
    <p:sldId id="420" r:id="rId38"/>
    <p:sldId id="417" r:id="rId39"/>
    <p:sldId id="320" r:id="rId40"/>
    <p:sldId id="410" r:id="rId41"/>
    <p:sldId id="263" r:id="rId42"/>
  </p:sldIdLst>
  <p:sldSz cx="12192000" cy="6858000"/>
  <p:notesSz cx="6858000" cy="9144000"/>
  <p:embeddedFontLst>
    <p:embeddedFont>
      <p:font typeface="Cambria Math" panose="02040503050406030204" pitchFamily="18" charset="0"/>
      <p:regular r:id="rId45"/>
    </p:embeddedFont>
    <p:embeddedFont>
      <p:font typeface="Helvetica" pitchFamily="2" charset="0"/>
      <p:regular r:id="rId46"/>
      <p:bold r:id="rId47"/>
      <p:italic r:id="rId48"/>
      <p:boldItalic r:id="rId49"/>
    </p:embeddedFont>
    <p:embeddedFont>
      <p:font typeface="Monotype Sorts" pitchFamily="2" charset="2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20"/>
    <p:restoredTop sz="94626"/>
  </p:normalViewPr>
  <p:slideViewPr>
    <p:cSldViewPr snapToGrid="0" snapToObjects="1">
      <p:cViewPr varScale="1">
        <p:scale>
          <a:sx n="117" d="100"/>
          <a:sy n="117" d="100"/>
        </p:scale>
        <p:origin x="20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364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Hong" userId="fae4f9bd-26d5-4760-9ac2-6f75f350beba" providerId="ADAL" clId="{6258B2EF-0AF3-D744-8A0C-D9065D4531F2}"/>
    <pc:docChg chg="custSel addSld modSld">
      <pc:chgData name="Jun Hong" userId="fae4f9bd-26d5-4760-9ac2-6f75f350beba" providerId="ADAL" clId="{6258B2EF-0AF3-D744-8A0C-D9065D4531F2}" dt="2025-03-20T10:26:01.013" v="1921" actId="1076"/>
      <pc:docMkLst>
        <pc:docMk/>
      </pc:docMkLst>
      <pc:sldChg chg="modSp mod">
        <pc:chgData name="Jun Hong" userId="fae4f9bd-26d5-4760-9ac2-6f75f350beba" providerId="ADAL" clId="{6258B2EF-0AF3-D744-8A0C-D9065D4531F2}" dt="2025-02-25T10:31:03.653" v="685" actId="20577"/>
        <pc:sldMkLst>
          <pc:docMk/>
          <pc:sldMk cId="972514533" sldId="264"/>
        </pc:sldMkLst>
        <pc:spChg chg="mod">
          <ac:chgData name="Jun Hong" userId="fae4f9bd-26d5-4760-9ac2-6f75f350beba" providerId="ADAL" clId="{6258B2EF-0AF3-D744-8A0C-D9065D4531F2}" dt="2025-02-25T10:31:03.653" v="685" actId="20577"/>
          <ac:spMkLst>
            <pc:docMk/>
            <pc:sldMk cId="972514533" sldId="264"/>
            <ac:spMk id="5" creationId="{4082A6BE-6485-7748-A643-A32C83F0624E}"/>
          </ac:spMkLst>
        </pc:spChg>
      </pc:sldChg>
      <pc:sldChg chg="modSp">
        <pc:chgData name="Jun Hong" userId="fae4f9bd-26d5-4760-9ac2-6f75f350beba" providerId="ADAL" clId="{6258B2EF-0AF3-D744-8A0C-D9065D4531F2}" dt="2025-03-10T15:13:52.151" v="843" actId="114"/>
        <pc:sldMkLst>
          <pc:docMk/>
          <pc:sldMk cId="4211040596" sldId="272"/>
        </pc:sldMkLst>
        <pc:spChg chg="mod">
          <ac:chgData name="Jun Hong" userId="fae4f9bd-26d5-4760-9ac2-6f75f350beba" providerId="ADAL" clId="{6258B2EF-0AF3-D744-8A0C-D9065D4531F2}" dt="2025-03-10T15:13:52.151" v="843" actId="114"/>
          <ac:spMkLst>
            <pc:docMk/>
            <pc:sldMk cId="4211040596" sldId="272"/>
            <ac:spMk id="3" creationId="{6A340F0D-6659-F249-BE81-6ECE04925436}"/>
          </ac:spMkLst>
        </pc:spChg>
      </pc:sldChg>
      <pc:sldChg chg="modSp mod">
        <pc:chgData name="Jun Hong" userId="fae4f9bd-26d5-4760-9ac2-6f75f350beba" providerId="ADAL" clId="{6258B2EF-0AF3-D744-8A0C-D9065D4531F2}" dt="2025-03-10T15:16:06.720" v="854" actId="114"/>
        <pc:sldMkLst>
          <pc:docMk/>
          <pc:sldMk cId="2846987038" sldId="273"/>
        </pc:sldMkLst>
        <pc:spChg chg="mod">
          <ac:chgData name="Jun Hong" userId="fae4f9bd-26d5-4760-9ac2-6f75f350beba" providerId="ADAL" clId="{6258B2EF-0AF3-D744-8A0C-D9065D4531F2}" dt="2025-03-10T15:16:06.720" v="854" actId="114"/>
          <ac:spMkLst>
            <pc:docMk/>
            <pc:sldMk cId="2846987038" sldId="273"/>
            <ac:spMk id="3" creationId="{6A340F0D-6659-F249-BE81-6ECE04925436}"/>
          </ac:spMkLst>
        </pc:spChg>
        <pc:spChg chg="mod">
          <ac:chgData name="Jun Hong" userId="fae4f9bd-26d5-4760-9ac2-6f75f350beba" providerId="ADAL" clId="{6258B2EF-0AF3-D744-8A0C-D9065D4531F2}" dt="2025-03-10T15:15:37.562" v="851" actId="20577"/>
          <ac:spMkLst>
            <pc:docMk/>
            <pc:sldMk cId="2846987038" sldId="273"/>
            <ac:spMk id="4" creationId="{329E9D61-2B16-024F-9EE3-FBD2DAC84E98}"/>
          </ac:spMkLst>
        </pc:spChg>
      </pc:sldChg>
      <pc:sldChg chg="modSp mod">
        <pc:chgData name="Jun Hong" userId="fae4f9bd-26d5-4760-9ac2-6f75f350beba" providerId="ADAL" clId="{6258B2EF-0AF3-D744-8A0C-D9065D4531F2}" dt="2025-03-19T15:41:45.512" v="1659" actId="20577"/>
        <pc:sldMkLst>
          <pc:docMk/>
          <pc:sldMk cId="1845036034" sldId="274"/>
        </pc:sldMkLst>
        <pc:spChg chg="mod">
          <ac:chgData name="Jun Hong" userId="fae4f9bd-26d5-4760-9ac2-6f75f350beba" providerId="ADAL" clId="{6258B2EF-0AF3-D744-8A0C-D9065D4531F2}" dt="2025-03-19T15:41:45.512" v="1659" actId="20577"/>
          <ac:spMkLst>
            <pc:docMk/>
            <pc:sldMk cId="1845036034" sldId="274"/>
            <ac:spMk id="3" creationId="{339F4974-6D9B-C748-98FA-30EFB39AA5A8}"/>
          </ac:spMkLst>
        </pc:spChg>
      </pc:sldChg>
      <pc:sldChg chg="modSp mod">
        <pc:chgData name="Jun Hong" userId="fae4f9bd-26d5-4760-9ac2-6f75f350beba" providerId="ADAL" clId="{6258B2EF-0AF3-D744-8A0C-D9065D4531F2}" dt="2025-03-19T15:41:12.458" v="1628" actId="20577"/>
        <pc:sldMkLst>
          <pc:docMk/>
          <pc:sldMk cId="39501173" sldId="276"/>
        </pc:sldMkLst>
        <pc:spChg chg="mod">
          <ac:chgData name="Jun Hong" userId="fae4f9bd-26d5-4760-9ac2-6f75f350beba" providerId="ADAL" clId="{6258B2EF-0AF3-D744-8A0C-D9065D4531F2}" dt="2025-03-19T15:41:12.458" v="1628" actId="20577"/>
          <ac:spMkLst>
            <pc:docMk/>
            <pc:sldMk cId="39501173" sldId="276"/>
            <ac:spMk id="3" creationId="{D30241AD-6DF3-3B4F-BDAF-EC12D0298CED}"/>
          </ac:spMkLst>
        </pc:spChg>
      </pc:sldChg>
      <pc:sldChg chg="modSp">
        <pc:chgData name="Jun Hong" userId="fae4f9bd-26d5-4760-9ac2-6f75f350beba" providerId="ADAL" clId="{6258B2EF-0AF3-D744-8A0C-D9065D4531F2}" dt="2025-03-19T15:52:49.126" v="1661" actId="114"/>
        <pc:sldMkLst>
          <pc:docMk/>
          <pc:sldMk cId="857653793" sldId="278"/>
        </pc:sldMkLst>
        <pc:spChg chg="mod">
          <ac:chgData name="Jun Hong" userId="fae4f9bd-26d5-4760-9ac2-6f75f350beba" providerId="ADAL" clId="{6258B2EF-0AF3-D744-8A0C-D9065D4531F2}" dt="2025-03-19T15:52:49.126" v="1661" actId="114"/>
          <ac:spMkLst>
            <pc:docMk/>
            <pc:sldMk cId="857653793" sldId="278"/>
            <ac:spMk id="3" creationId="{E2B5A281-7082-DB45-8ABC-C5E29C8ADC54}"/>
          </ac:spMkLst>
        </pc:spChg>
      </pc:sldChg>
      <pc:sldChg chg="modSp">
        <pc:chgData name="Jun Hong" userId="fae4f9bd-26d5-4760-9ac2-6f75f350beba" providerId="ADAL" clId="{6258B2EF-0AF3-D744-8A0C-D9065D4531F2}" dt="2025-03-17T11:42:40.824" v="928" actId="114"/>
        <pc:sldMkLst>
          <pc:docMk/>
          <pc:sldMk cId="3889019989" sldId="280"/>
        </pc:sldMkLst>
        <pc:spChg chg="mod">
          <ac:chgData name="Jun Hong" userId="fae4f9bd-26d5-4760-9ac2-6f75f350beba" providerId="ADAL" clId="{6258B2EF-0AF3-D744-8A0C-D9065D4531F2}" dt="2025-03-17T11:42:40.824" v="928" actId="114"/>
          <ac:spMkLst>
            <pc:docMk/>
            <pc:sldMk cId="3889019989" sldId="280"/>
            <ac:spMk id="3" creationId="{ABF2867D-9546-8647-9A3E-EB47AF9B8FAF}"/>
          </ac:spMkLst>
        </pc:spChg>
      </pc:sldChg>
      <pc:sldChg chg="addSp delSp modSp add mod">
        <pc:chgData name="Jun Hong" userId="fae4f9bd-26d5-4760-9ac2-6f75f350beba" providerId="ADAL" clId="{6258B2EF-0AF3-D744-8A0C-D9065D4531F2}" dt="2025-03-20T10:05:01.750" v="1876" actId="1076"/>
        <pc:sldMkLst>
          <pc:docMk/>
          <pc:sldMk cId="1480711248" sldId="320"/>
        </pc:sldMkLst>
        <pc:spChg chg="mod">
          <ac:chgData name="Jun Hong" userId="fae4f9bd-26d5-4760-9ac2-6f75f350beba" providerId="ADAL" clId="{6258B2EF-0AF3-D744-8A0C-D9065D4531F2}" dt="2025-03-20T09:41:58.760" v="1845" actId="20577"/>
          <ac:spMkLst>
            <pc:docMk/>
            <pc:sldMk cId="1480711248" sldId="320"/>
            <ac:spMk id="2" creationId="{05D66BC9-C199-F230-4442-062551D14370}"/>
          </ac:spMkLst>
        </pc:spChg>
        <pc:spChg chg="add del">
          <ac:chgData name="Jun Hong" userId="fae4f9bd-26d5-4760-9ac2-6f75f350beba" providerId="ADAL" clId="{6258B2EF-0AF3-D744-8A0C-D9065D4531F2}" dt="2025-03-20T09:55:31.244" v="1847" actId="478"/>
          <ac:spMkLst>
            <pc:docMk/>
            <pc:sldMk cId="1480711248" sldId="320"/>
            <ac:spMk id="3" creationId="{F5DEEFF7-7536-C29C-A26F-87E24F3E8596}"/>
          </ac:spMkLst>
        </pc:spChg>
        <pc:spChg chg="add del mod">
          <ac:chgData name="Jun Hong" userId="fae4f9bd-26d5-4760-9ac2-6f75f350beba" providerId="ADAL" clId="{6258B2EF-0AF3-D744-8A0C-D9065D4531F2}" dt="2025-03-20T09:55:43.724" v="1850" actId="478"/>
          <ac:spMkLst>
            <pc:docMk/>
            <pc:sldMk cId="1480711248" sldId="320"/>
            <ac:spMk id="5" creationId="{8F3FE416-D036-CD18-449B-FD491977FF59}"/>
          </ac:spMkLst>
        </pc:spChg>
        <pc:picChg chg="del">
          <ac:chgData name="Jun Hong" userId="fae4f9bd-26d5-4760-9ac2-6f75f350beba" providerId="ADAL" clId="{6258B2EF-0AF3-D744-8A0C-D9065D4531F2}" dt="2025-03-20T09:55:31.244" v="1847" actId="478"/>
          <ac:picMkLst>
            <pc:docMk/>
            <pc:sldMk cId="1480711248" sldId="320"/>
            <ac:picMk id="4" creationId="{1603563D-E693-0831-0618-9954593857BB}"/>
          </ac:picMkLst>
        </pc:picChg>
        <pc:picChg chg="add del mod">
          <ac:chgData name="Jun Hong" userId="fae4f9bd-26d5-4760-9ac2-6f75f350beba" providerId="ADAL" clId="{6258B2EF-0AF3-D744-8A0C-D9065D4531F2}" dt="2025-03-20T10:03:38.294" v="1866" actId="478"/>
          <ac:picMkLst>
            <pc:docMk/>
            <pc:sldMk cId="1480711248" sldId="320"/>
            <ac:picMk id="6" creationId="{AF914D2E-68CE-A89A-8538-E2F01BF35F66}"/>
          </ac:picMkLst>
        </pc:picChg>
        <pc:picChg chg="add del mod">
          <ac:chgData name="Jun Hong" userId="fae4f9bd-26d5-4760-9ac2-6f75f350beba" providerId="ADAL" clId="{6258B2EF-0AF3-D744-8A0C-D9065D4531F2}" dt="2025-03-20T10:03:57.574" v="1870" actId="478"/>
          <ac:picMkLst>
            <pc:docMk/>
            <pc:sldMk cId="1480711248" sldId="320"/>
            <ac:picMk id="7" creationId="{7C6057DC-647F-8B1A-1842-835D58C30C29}"/>
          </ac:picMkLst>
        </pc:picChg>
        <pc:picChg chg="del">
          <ac:chgData name="Jun Hong" userId="fae4f9bd-26d5-4760-9ac2-6f75f350beba" providerId="ADAL" clId="{6258B2EF-0AF3-D744-8A0C-D9065D4531F2}" dt="2025-03-20T09:58:25.787" v="1858" actId="478"/>
          <ac:picMkLst>
            <pc:docMk/>
            <pc:sldMk cId="1480711248" sldId="320"/>
            <ac:picMk id="8" creationId="{45E2CE97-3552-C097-52F0-7259E3F5782F}"/>
          </ac:picMkLst>
        </pc:picChg>
        <pc:picChg chg="add mod">
          <ac:chgData name="Jun Hong" userId="fae4f9bd-26d5-4760-9ac2-6f75f350beba" providerId="ADAL" clId="{6258B2EF-0AF3-D744-8A0C-D9065D4531F2}" dt="2025-03-20T10:04:55.469" v="1875" actId="14100"/>
          <ac:picMkLst>
            <pc:docMk/>
            <pc:sldMk cId="1480711248" sldId="320"/>
            <ac:picMk id="9" creationId="{B2918927-05E5-4993-1B73-CF2FC8342DDC}"/>
          </ac:picMkLst>
        </pc:picChg>
        <pc:picChg chg="add mod">
          <ac:chgData name="Jun Hong" userId="fae4f9bd-26d5-4760-9ac2-6f75f350beba" providerId="ADAL" clId="{6258B2EF-0AF3-D744-8A0C-D9065D4531F2}" dt="2025-03-20T10:05:01.750" v="1876" actId="1076"/>
          <ac:picMkLst>
            <pc:docMk/>
            <pc:sldMk cId="1480711248" sldId="320"/>
            <ac:picMk id="10" creationId="{54F9E873-F820-C1F7-6A29-6545BF2DDC35}"/>
          </ac:picMkLst>
        </pc:picChg>
      </pc:sldChg>
      <pc:sldChg chg="modSp mod">
        <pc:chgData name="Jun Hong" userId="fae4f9bd-26d5-4760-9ac2-6f75f350beba" providerId="ADAL" clId="{6258B2EF-0AF3-D744-8A0C-D9065D4531F2}" dt="2025-02-25T10:35:28.941" v="803" actId="20577"/>
        <pc:sldMkLst>
          <pc:docMk/>
          <pc:sldMk cId="3244539674" sldId="392"/>
        </pc:sldMkLst>
        <pc:spChg chg="mod">
          <ac:chgData name="Jun Hong" userId="fae4f9bd-26d5-4760-9ac2-6f75f350beba" providerId="ADAL" clId="{6258B2EF-0AF3-D744-8A0C-D9065D4531F2}" dt="2025-02-25T10:35:28.941" v="803" actId="20577"/>
          <ac:spMkLst>
            <pc:docMk/>
            <pc:sldMk cId="3244539674" sldId="392"/>
            <ac:spMk id="3" creationId="{7DF6E302-8676-4949-BD5C-0F02073BC57F}"/>
          </ac:spMkLst>
        </pc:spChg>
      </pc:sldChg>
      <pc:sldChg chg="modSp mod">
        <pc:chgData name="Jun Hong" userId="fae4f9bd-26d5-4760-9ac2-6f75f350beba" providerId="ADAL" clId="{6258B2EF-0AF3-D744-8A0C-D9065D4531F2}" dt="2025-02-25T10:32:52.631" v="692" actId="20577"/>
        <pc:sldMkLst>
          <pc:docMk/>
          <pc:sldMk cId="1803905531" sldId="395"/>
        </pc:sldMkLst>
        <pc:spChg chg="mod">
          <ac:chgData name="Jun Hong" userId="fae4f9bd-26d5-4760-9ac2-6f75f350beba" providerId="ADAL" clId="{6258B2EF-0AF3-D744-8A0C-D9065D4531F2}" dt="2025-02-25T10:32:52.631" v="692" actId="20577"/>
          <ac:spMkLst>
            <pc:docMk/>
            <pc:sldMk cId="1803905531" sldId="395"/>
            <ac:spMk id="3" creationId="{337BDE0F-6707-9049-8617-4E3FD752941F}"/>
          </ac:spMkLst>
        </pc:spChg>
      </pc:sldChg>
      <pc:sldChg chg="addSp delSp modSp mod">
        <pc:chgData name="Jun Hong" userId="fae4f9bd-26d5-4760-9ac2-6f75f350beba" providerId="ADAL" clId="{6258B2EF-0AF3-D744-8A0C-D9065D4531F2}" dt="2025-03-13T09:52:59.052" v="917" actId="20577"/>
        <pc:sldMkLst>
          <pc:docMk/>
          <pc:sldMk cId="1591445410" sldId="398"/>
        </pc:sldMkLst>
        <pc:spChg chg="add mod">
          <ac:chgData name="Jun Hong" userId="fae4f9bd-26d5-4760-9ac2-6f75f350beba" providerId="ADAL" clId="{6258B2EF-0AF3-D744-8A0C-D9065D4531F2}" dt="2025-02-25T09:56:42.995" v="299" actId="207"/>
          <ac:spMkLst>
            <pc:docMk/>
            <pc:sldMk cId="1591445410" sldId="398"/>
            <ac:spMk id="3" creationId="{6E2A908B-B8D6-F6C0-6C49-A36E24C01F29}"/>
          </ac:spMkLst>
        </pc:spChg>
        <pc:spChg chg="add mod">
          <ac:chgData name="Jun Hong" userId="fae4f9bd-26d5-4760-9ac2-6f75f350beba" providerId="ADAL" clId="{6258B2EF-0AF3-D744-8A0C-D9065D4531F2}" dt="2025-03-13T09:52:59.052" v="917" actId="20577"/>
          <ac:spMkLst>
            <pc:docMk/>
            <pc:sldMk cId="1591445410" sldId="398"/>
            <ac:spMk id="6" creationId="{026E7002-F161-5E37-6B77-D80A836BF1A7}"/>
          </ac:spMkLst>
        </pc:spChg>
        <pc:spChg chg="add mod">
          <ac:chgData name="Jun Hong" userId="fae4f9bd-26d5-4760-9ac2-6f75f350beba" providerId="ADAL" clId="{6258B2EF-0AF3-D744-8A0C-D9065D4531F2}" dt="2025-02-25T10:03:07.680" v="451" actId="207"/>
          <ac:spMkLst>
            <pc:docMk/>
            <pc:sldMk cId="1591445410" sldId="398"/>
            <ac:spMk id="9" creationId="{8DEC97D4-8283-9676-D546-4C746A758B5B}"/>
          </ac:spMkLst>
        </pc:spChg>
      </pc:sldChg>
      <pc:sldChg chg="addSp modSp mod">
        <pc:chgData name="Jun Hong" userId="fae4f9bd-26d5-4760-9ac2-6f75f350beba" providerId="ADAL" clId="{6258B2EF-0AF3-D744-8A0C-D9065D4531F2}" dt="2025-02-25T10:11:47.551" v="671" actId="20577"/>
        <pc:sldMkLst>
          <pc:docMk/>
          <pc:sldMk cId="3840594011" sldId="399"/>
        </pc:sldMkLst>
        <pc:spChg chg="add mod">
          <ac:chgData name="Jun Hong" userId="fae4f9bd-26d5-4760-9ac2-6f75f350beba" providerId="ADAL" clId="{6258B2EF-0AF3-D744-8A0C-D9065D4531F2}" dt="2025-02-25T10:11:47.551" v="671" actId="20577"/>
          <ac:spMkLst>
            <pc:docMk/>
            <pc:sldMk cId="3840594011" sldId="399"/>
            <ac:spMk id="38" creationId="{9A5D615C-9F79-B011-4A7D-04C178E0FC82}"/>
          </ac:spMkLst>
        </pc:spChg>
      </pc:sldChg>
      <pc:sldChg chg="modSp mod">
        <pc:chgData name="Jun Hong" userId="fae4f9bd-26d5-4760-9ac2-6f75f350beba" providerId="ADAL" clId="{6258B2EF-0AF3-D744-8A0C-D9065D4531F2}" dt="2025-02-25T10:12:24.175" v="672" actId="207"/>
        <pc:sldMkLst>
          <pc:docMk/>
          <pc:sldMk cId="1062810301" sldId="400"/>
        </pc:sldMkLst>
        <pc:spChg chg="mod">
          <ac:chgData name="Jun Hong" userId="fae4f9bd-26d5-4760-9ac2-6f75f350beba" providerId="ADAL" clId="{6258B2EF-0AF3-D744-8A0C-D9065D4531F2}" dt="2025-02-25T10:12:24.175" v="672" actId="207"/>
          <ac:spMkLst>
            <pc:docMk/>
            <pc:sldMk cId="1062810301" sldId="400"/>
            <ac:spMk id="32" creationId="{A7F30F87-8509-E34B-BF94-5AEC31A47C58}"/>
          </ac:spMkLst>
        </pc:spChg>
      </pc:sldChg>
      <pc:sldChg chg="modSp mod">
        <pc:chgData name="Jun Hong" userId="fae4f9bd-26d5-4760-9ac2-6f75f350beba" providerId="ADAL" clId="{6258B2EF-0AF3-D744-8A0C-D9065D4531F2}" dt="2025-03-10T15:25:08.903" v="856" actId="114"/>
        <pc:sldMkLst>
          <pc:docMk/>
          <pc:sldMk cId="3836064834" sldId="408"/>
        </pc:sldMkLst>
        <pc:spChg chg="mod">
          <ac:chgData name="Jun Hong" userId="fae4f9bd-26d5-4760-9ac2-6f75f350beba" providerId="ADAL" clId="{6258B2EF-0AF3-D744-8A0C-D9065D4531F2}" dt="2025-03-10T15:25:08.903" v="856" actId="114"/>
          <ac:spMkLst>
            <pc:docMk/>
            <pc:sldMk cId="3836064834" sldId="408"/>
            <ac:spMk id="3" creationId="{E914FFC9-A304-5149-AC57-3FDE94FEFFC2}"/>
          </ac:spMkLst>
        </pc:spChg>
      </pc:sldChg>
      <pc:sldChg chg="modSp mod modNotesTx">
        <pc:chgData name="Jun Hong" userId="fae4f9bd-26d5-4760-9ac2-6f75f350beba" providerId="ADAL" clId="{6258B2EF-0AF3-D744-8A0C-D9065D4531F2}" dt="2025-03-17T11:56:30.031" v="1149" actId="20577"/>
        <pc:sldMkLst>
          <pc:docMk/>
          <pc:sldMk cId="3723647801" sldId="411"/>
        </pc:sldMkLst>
        <pc:spChg chg="mod">
          <ac:chgData name="Jun Hong" userId="fae4f9bd-26d5-4760-9ac2-6f75f350beba" providerId="ADAL" clId="{6258B2EF-0AF3-D744-8A0C-D9065D4531F2}" dt="2025-03-12T14:34:07.126" v="871" actId="20577"/>
          <ac:spMkLst>
            <pc:docMk/>
            <pc:sldMk cId="3723647801" sldId="411"/>
            <ac:spMk id="5" creationId="{B1064543-EF79-882B-C105-D38FD626DA89}"/>
          </ac:spMkLst>
        </pc:spChg>
      </pc:sldChg>
      <pc:sldChg chg="addSp modSp mod">
        <pc:chgData name="Jun Hong" userId="fae4f9bd-26d5-4760-9ac2-6f75f350beba" providerId="ADAL" clId="{6258B2EF-0AF3-D744-8A0C-D9065D4531F2}" dt="2025-03-20T09:34:51.344" v="1833" actId="20577"/>
        <pc:sldMkLst>
          <pc:docMk/>
          <pc:sldMk cId="2691591705" sldId="413"/>
        </pc:sldMkLst>
        <pc:spChg chg="add mod">
          <ac:chgData name="Jun Hong" userId="fae4f9bd-26d5-4760-9ac2-6f75f350beba" providerId="ADAL" clId="{6258B2EF-0AF3-D744-8A0C-D9065D4531F2}" dt="2025-03-17T12:20:14.824" v="1341" actId="20577"/>
          <ac:spMkLst>
            <pc:docMk/>
            <pc:sldMk cId="2691591705" sldId="413"/>
            <ac:spMk id="4" creationId="{3BF3EDC1-D13D-358A-CD6D-CAFD771D8996}"/>
          </ac:spMkLst>
        </pc:spChg>
        <pc:spChg chg="mod">
          <ac:chgData name="Jun Hong" userId="fae4f9bd-26d5-4760-9ac2-6f75f350beba" providerId="ADAL" clId="{6258B2EF-0AF3-D744-8A0C-D9065D4531F2}" dt="2025-03-20T09:34:51.344" v="1833" actId="20577"/>
          <ac:spMkLst>
            <pc:docMk/>
            <pc:sldMk cId="2691591705" sldId="413"/>
            <ac:spMk id="5" creationId="{FB89AAE3-9853-9A45-9014-7FDA8ED57BBE}"/>
          </ac:spMkLst>
        </pc:spChg>
      </pc:sldChg>
      <pc:sldChg chg="modSp mod">
        <pc:chgData name="Jun Hong" userId="fae4f9bd-26d5-4760-9ac2-6f75f350beba" providerId="ADAL" clId="{6258B2EF-0AF3-D744-8A0C-D9065D4531F2}" dt="2025-03-17T13:20:29.667" v="1503" actId="20577"/>
        <pc:sldMkLst>
          <pc:docMk/>
          <pc:sldMk cId="3440668227" sldId="415"/>
        </pc:sldMkLst>
        <pc:spChg chg="mod">
          <ac:chgData name="Jun Hong" userId="fae4f9bd-26d5-4760-9ac2-6f75f350beba" providerId="ADAL" clId="{6258B2EF-0AF3-D744-8A0C-D9065D4531F2}" dt="2025-03-17T13:20:29.667" v="1503" actId="20577"/>
          <ac:spMkLst>
            <pc:docMk/>
            <pc:sldMk cId="3440668227" sldId="415"/>
            <ac:spMk id="3" creationId="{3FD1501A-47A7-F043-8FE6-B61DD9BFF697}"/>
          </ac:spMkLst>
        </pc:spChg>
      </pc:sldChg>
      <pc:sldChg chg="modSp mod">
        <pc:chgData name="Jun Hong" userId="fae4f9bd-26d5-4760-9ac2-6f75f350beba" providerId="ADAL" clId="{6258B2EF-0AF3-D744-8A0C-D9065D4531F2}" dt="2025-02-25T10:36:49.074" v="805" actId="20577"/>
        <pc:sldMkLst>
          <pc:docMk/>
          <pc:sldMk cId="349636681" sldId="419"/>
        </pc:sldMkLst>
        <pc:spChg chg="mod">
          <ac:chgData name="Jun Hong" userId="fae4f9bd-26d5-4760-9ac2-6f75f350beba" providerId="ADAL" clId="{6258B2EF-0AF3-D744-8A0C-D9065D4531F2}" dt="2025-02-25T10:36:49.074" v="805" actId="20577"/>
          <ac:spMkLst>
            <pc:docMk/>
            <pc:sldMk cId="349636681" sldId="419"/>
            <ac:spMk id="2" creationId="{774C9908-83C8-A1C1-76AA-24B888FD9547}"/>
          </ac:spMkLst>
        </pc:spChg>
      </pc:sldChg>
      <pc:sldChg chg="addSp delSp modSp add mod">
        <pc:chgData name="Jun Hong" userId="fae4f9bd-26d5-4760-9ac2-6f75f350beba" providerId="ADAL" clId="{6258B2EF-0AF3-D744-8A0C-D9065D4531F2}" dt="2025-03-20T10:26:01.013" v="1921" actId="1076"/>
        <pc:sldMkLst>
          <pc:docMk/>
          <pc:sldMk cId="3606359078" sldId="420"/>
        </pc:sldMkLst>
        <pc:spChg chg="mod">
          <ac:chgData name="Jun Hong" userId="fae4f9bd-26d5-4760-9ac2-6f75f350beba" providerId="ADAL" clId="{6258B2EF-0AF3-D744-8A0C-D9065D4531F2}" dt="2025-03-20T10:15:52.613" v="1911" actId="20577"/>
          <ac:spMkLst>
            <pc:docMk/>
            <pc:sldMk cId="3606359078" sldId="420"/>
            <ac:spMk id="2" creationId="{DE62197F-9351-99B2-917D-6117D8D06BB8}"/>
          </ac:spMkLst>
        </pc:spChg>
        <pc:spChg chg="del">
          <ac:chgData name="Jun Hong" userId="fae4f9bd-26d5-4760-9ac2-6f75f350beba" providerId="ADAL" clId="{6258B2EF-0AF3-D744-8A0C-D9065D4531F2}" dt="2025-03-20T10:16:00.710" v="1912" actId="478"/>
          <ac:spMkLst>
            <pc:docMk/>
            <pc:sldMk cId="3606359078" sldId="420"/>
            <ac:spMk id="3" creationId="{923226CE-8A23-A714-B402-747E44CC85A1}"/>
          </ac:spMkLst>
        </pc:spChg>
        <pc:spChg chg="add del mod">
          <ac:chgData name="Jun Hong" userId="fae4f9bd-26d5-4760-9ac2-6f75f350beba" providerId="ADAL" clId="{6258B2EF-0AF3-D744-8A0C-D9065D4531F2}" dt="2025-03-20T10:16:04.004" v="1913" actId="478"/>
          <ac:spMkLst>
            <pc:docMk/>
            <pc:sldMk cId="3606359078" sldId="420"/>
            <ac:spMk id="7" creationId="{8D6D8E78-92FE-8E19-6B9A-03E32167D45F}"/>
          </ac:spMkLst>
        </pc:spChg>
        <pc:picChg chg="del">
          <ac:chgData name="Jun Hong" userId="fae4f9bd-26d5-4760-9ac2-6f75f350beba" providerId="ADAL" clId="{6258B2EF-0AF3-D744-8A0C-D9065D4531F2}" dt="2025-03-20T10:16:07.641" v="1914" actId="478"/>
          <ac:picMkLst>
            <pc:docMk/>
            <pc:sldMk cId="3606359078" sldId="420"/>
            <ac:picMk id="4" creationId="{2A850BC4-36DE-E14E-B82E-2F49F1EAACCC}"/>
          </ac:picMkLst>
        </pc:picChg>
        <pc:picChg chg="del">
          <ac:chgData name="Jun Hong" userId="fae4f9bd-26d5-4760-9ac2-6f75f350beba" providerId="ADAL" clId="{6258B2EF-0AF3-D744-8A0C-D9065D4531F2}" dt="2025-03-20T10:16:11.492" v="1915" actId="478"/>
          <ac:picMkLst>
            <pc:docMk/>
            <pc:sldMk cId="3606359078" sldId="420"/>
            <ac:picMk id="6" creationId="{D0E42082-60BC-4189-96F1-53C912137DD7}"/>
          </ac:picMkLst>
        </pc:picChg>
        <pc:picChg chg="add mod">
          <ac:chgData name="Jun Hong" userId="fae4f9bd-26d5-4760-9ac2-6f75f350beba" providerId="ADAL" clId="{6258B2EF-0AF3-D744-8A0C-D9065D4531F2}" dt="2025-03-20T10:21:02.520" v="1918" actId="1076"/>
          <ac:picMkLst>
            <pc:docMk/>
            <pc:sldMk cId="3606359078" sldId="420"/>
            <ac:picMk id="8" creationId="{53935130-DC11-5233-BDF4-B162C989AEF6}"/>
          </ac:picMkLst>
        </pc:picChg>
        <pc:picChg chg="add mod">
          <ac:chgData name="Jun Hong" userId="fae4f9bd-26d5-4760-9ac2-6f75f350beba" providerId="ADAL" clId="{6258B2EF-0AF3-D744-8A0C-D9065D4531F2}" dt="2025-03-20T10:26:01.013" v="1921" actId="1076"/>
          <ac:picMkLst>
            <pc:docMk/>
            <pc:sldMk cId="3606359078" sldId="420"/>
            <ac:picMk id="9" creationId="{161F8CD1-25C8-3966-2DF0-CC23DE105483}"/>
          </ac:picMkLst>
        </pc:picChg>
      </pc:sldChg>
    </pc:docChg>
  </pc:docChgLst>
  <pc:docChgLst>
    <pc:chgData name="Jun Hong" userId="fae4f9bd-26d5-4760-9ac2-6f75f350beba" providerId="ADAL" clId="{5904F70E-0A8A-4576-B898-473864EBDF77}"/>
    <pc:docChg chg="modSld">
      <pc:chgData name="Jun Hong" userId="fae4f9bd-26d5-4760-9ac2-6f75f350beba" providerId="ADAL" clId="{5904F70E-0A8A-4576-B898-473864EBDF77}" dt="2023-03-14T09:18:58.220" v="3" actId="20577"/>
      <pc:docMkLst>
        <pc:docMk/>
      </pc:docMkLst>
      <pc:sldChg chg="modSp mod">
        <pc:chgData name="Jun Hong" userId="fae4f9bd-26d5-4760-9ac2-6f75f350beba" providerId="ADAL" clId="{5904F70E-0A8A-4576-B898-473864EBDF77}" dt="2023-03-14T09:18:58.220" v="3" actId="20577"/>
        <pc:sldMkLst>
          <pc:docMk/>
          <pc:sldMk cId="39501173" sldId="276"/>
        </pc:sldMkLst>
      </pc:sldChg>
    </pc:docChg>
  </pc:docChgLst>
  <pc:docChgLst>
    <pc:chgData name="Jun Hong" userId="fae4f9bd-26d5-4760-9ac2-6f75f350beba" providerId="ADAL" clId="{C8A67780-C09E-044E-AC1F-1C24DC356082}"/>
    <pc:docChg chg="undo custSel addSld delSld modSld">
      <pc:chgData name="Jun Hong" userId="fae4f9bd-26d5-4760-9ac2-6f75f350beba" providerId="ADAL" clId="{C8A67780-C09E-044E-AC1F-1C24DC356082}" dt="2024-03-04T10:27:46.220" v="247" actId="20577"/>
      <pc:docMkLst>
        <pc:docMk/>
      </pc:docMkLst>
      <pc:sldChg chg="modNotesTx">
        <pc:chgData name="Jun Hong" userId="fae4f9bd-26d5-4760-9ac2-6f75f350beba" providerId="ADAL" clId="{C8A67780-C09E-044E-AC1F-1C24DC356082}" dt="2024-03-04T09:52:22.536" v="0" actId="114"/>
        <pc:sldMkLst>
          <pc:docMk/>
          <pc:sldMk cId="972514533" sldId="264"/>
        </pc:sldMkLst>
      </pc:sldChg>
      <pc:sldChg chg="modSp">
        <pc:chgData name="Jun Hong" userId="fae4f9bd-26d5-4760-9ac2-6f75f350beba" providerId="ADAL" clId="{C8A67780-C09E-044E-AC1F-1C24DC356082}" dt="2024-03-04T10:18:11.600" v="20" actId="20577"/>
        <pc:sldMkLst>
          <pc:docMk/>
          <pc:sldMk cId="3889019989" sldId="280"/>
        </pc:sldMkLst>
      </pc:sldChg>
      <pc:sldChg chg="modNotesTx">
        <pc:chgData name="Jun Hong" userId="fae4f9bd-26d5-4760-9ac2-6f75f350beba" providerId="ADAL" clId="{C8A67780-C09E-044E-AC1F-1C24DC356082}" dt="2024-03-04T10:03:54.907" v="2" actId="114"/>
        <pc:sldMkLst>
          <pc:docMk/>
          <pc:sldMk cId="3840594011" sldId="399"/>
        </pc:sldMkLst>
      </pc:sldChg>
      <pc:sldChg chg="modNotesTx">
        <pc:chgData name="Jun Hong" userId="fae4f9bd-26d5-4760-9ac2-6f75f350beba" providerId="ADAL" clId="{C8A67780-C09E-044E-AC1F-1C24DC356082}" dt="2024-03-04T10:27:46.220" v="247" actId="20577"/>
        <pc:sldMkLst>
          <pc:docMk/>
          <pc:sldMk cId="3836064834" sldId="408"/>
        </pc:sldMkLst>
      </pc:sldChg>
      <pc:sldChg chg="modSp mod">
        <pc:chgData name="Jun Hong" userId="fae4f9bd-26d5-4760-9ac2-6f75f350beba" providerId="ADAL" clId="{C8A67780-C09E-044E-AC1F-1C24DC356082}" dt="2024-03-04T10:09:07.636" v="4" actId="207"/>
        <pc:sldMkLst>
          <pc:docMk/>
          <pc:sldMk cId="2931568809" sldId="418"/>
        </pc:sldMkLst>
      </pc:sldChg>
      <pc:sldChg chg="modSp new mod">
        <pc:chgData name="Jun Hong" userId="fae4f9bd-26d5-4760-9ac2-6f75f350beba" providerId="ADAL" clId="{C8A67780-C09E-044E-AC1F-1C24DC356082}" dt="2024-03-04T10:19:41.364" v="36" actId="20577"/>
        <pc:sldMkLst>
          <pc:docMk/>
          <pc:sldMk cId="349636681" sldId="419"/>
        </pc:sldMkLst>
      </pc:sldChg>
      <pc:sldChg chg="new del">
        <pc:chgData name="Jun Hong" userId="fae4f9bd-26d5-4760-9ac2-6f75f350beba" providerId="ADAL" clId="{C8A67780-C09E-044E-AC1F-1C24DC356082}" dt="2024-03-04T10:19:25.104" v="22" actId="680"/>
        <pc:sldMkLst>
          <pc:docMk/>
          <pc:sldMk cId="2531406697" sldId="419"/>
        </pc:sldMkLst>
      </pc:sldChg>
    </pc:docChg>
  </pc:docChgLst>
  <pc:docChgLst>
    <pc:chgData name="Jun Hong" userId="fae4f9bd-26d5-4760-9ac2-6f75f350beba" providerId="ADAL" clId="{CF5879AB-2718-4248-B0DF-14B65302889F}"/>
    <pc:docChg chg="modSld">
      <pc:chgData name="Jun Hong" userId="fae4f9bd-26d5-4760-9ac2-6f75f350beba" providerId="ADAL" clId="{CF5879AB-2718-4248-B0DF-14B65302889F}" dt="2024-01-22T16:15:46.668" v="69" actId="114"/>
      <pc:docMkLst>
        <pc:docMk/>
      </pc:docMkLst>
      <pc:sldChg chg="modSp mod">
        <pc:chgData name="Jun Hong" userId="fae4f9bd-26d5-4760-9ac2-6f75f350beba" providerId="ADAL" clId="{CF5879AB-2718-4248-B0DF-14B65302889F}" dt="2024-01-22T15:28:40.313" v="37" actId="20577"/>
        <pc:sldMkLst>
          <pc:docMk/>
          <pc:sldMk cId="2069135741" sldId="261"/>
        </pc:sldMkLst>
      </pc:sldChg>
      <pc:sldChg chg="modNotesTx">
        <pc:chgData name="Jun Hong" userId="fae4f9bd-26d5-4760-9ac2-6f75f350beba" providerId="ADAL" clId="{CF5879AB-2718-4248-B0DF-14B65302889F}" dt="2024-01-22T15:30:29.442" v="49" actId="20577"/>
        <pc:sldMkLst>
          <pc:docMk/>
          <pc:sldMk cId="972514533" sldId="264"/>
        </pc:sldMkLst>
      </pc:sldChg>
      <pc:sldChg chg="modSp">
        <pc:chgData name="Jun Hong" userId="fae4f9bd-26d5-4760-9ac2-6f75f350beba" providerId="ADAL" clId="{CF5879AB-2718-4248-B0DF-14B65302889F}" dt="2024-01-22T16:15:46.668" v="69" actId="114"/>
        <pc:sldMkLst>
          <pc:docMk/>
          <pc:sldMk cId="857653793" sldId="278"/>
        </pc:sldMkLst>
      </pc:sldChg>
      <pc:sldChg chg="modNotesTx">
        <pc:chgData name="Jun Hong" userId="fae4f9bd-26d5-4760-9ac2-6f75f350beba" providerId="ADAL" clId="{CF5879AB-2718-4248-B0DF-14B65302889F}" dt="2024-01-22T15:37:51.861" v="67" actId="20577"/>
        <pc:sldMkLst>
          <pc:docMk/>
          <pc:sldMk cId="3840594011" sldId="399"/>
        </pc:sldMkLst>
      </pc:sldChg>
    </pc:docChg>
  </pc:docChgLst>
  <pc:docChgLst>
    <pc:chgData name="Jun Hong" userId="fae4f9bd-26d5-4760-9ac2-6f75f350beba" providerId="ADAL" clId="{39C99F53-CA18-2D47-AA18-12F033517E21}"/>
    <pc:docChg chg="custSel modSld">
      <pc:chgData name="Jun Hong" userId="fae4f9bd-26d5-4760-9ac2-6f75f350beba" providerId="ADAL" clId="{39C99F53-CA18-2D47-AA18-12F033517E21}" dt="2024-03-11T10:50:33.655" v="187" actId="20577"/>
      <pc:docMkLst>
        <pc:docMk/>
      </pc:docMkLst>
      <pc:sldChg chg="modSp mod">
        <pc:chgData name="Jun Hong" userId="fae4f9bd-26d5-4760-9ac2-6f75f350beba" providerId="ADAL" clId="{39C99F53-CA18-2D47-AA18-12F033517E21}" dt="2024-03-11T10:15:37.524" v="68" actId="114"/>
        <pc:sldMkLst>
          <pc:docMk/>
          <pc:sldMk cId="39501173" sldId="276"/>
        </pc:sldMkLst>
      </pc:sldChg>
      <pc:sldChg chg="modSp">
        <pc:chgData name="Jun Hong" userId="fae4f9bd-26d5-4760-9ac2-6f75f350beba" providerId="ADAL" clId="{39C99F53-CA18-2D47-AA18-12F033517E21}" dt="2024-03-11T10:38:54.585" v="104" actId="114"/>
        <pc:sldMkLst>
          <pc:docMk/>
          <pc:sldMk cId="857653793" sldId="278"/>
        </pc:sldMkLst>
      </pc:sldChg>
      <pc:sldChg chg="addSp delSp modSp mod">
        <pc:chgData name="Jun Hong" userId="fae4f9bd-26d5-4760-9ac2-6f75f350beba" providerId="ADAL" clId="{39C99F53-CA18-2D47-AA18-12F033517E21}" dt="2024-03-11T10:41:42.646" v="117" actId="20577"/>
        <pc:sldMkLst>
          <pc:docMk/>
          <pc:sldMk cId="3723647801" sldId="411"/>
        </pc:sldMkLst>
      </pc:sldChg>
      <pc:sldChg chg="modSp mod">
        <pc:chgData name="Jun Hong" userId="fae4f9bd-26d5-4760-9ac2-6f75f350beba" providerId="ADAL" clId="{39C99F53-CA18-2D47-AA18-12F033517E21}" dt="2024-03-11T10:50:33.655" v="187" actId="20577"/>
        <pc:sldMkLst>
          <pc:docMk/>
          <pc:sldMk cId="2691591705" sldId="413"/>
        </pc:sldMkLst>
      </pc:sldChg>
      <pc:sldChg chg="addSp modSp">
        <pc:chgData name="Jun Hong" userId="fae4f9bd-26d5-4760-9ac2-6f75f350beba" providerId="ADAL" clId="{39C99F53-CA18-2D47-AA18-12F033517E21}" dt="2024-03-11T10:46:14.657" v="164" actId="20577"/>
        <pc:sldMkLst>
          <pc:docMk/>
          <pc:sldMk cId="3453663375" sldId="4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AE19FC-22E7-8D49-8947-1A97ED26CA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64AAE-BDD1-3C4C-AEB6-0A4216993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50891-8679-2F47-9275-241E3C75577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6A0ED-2CF7-F74E-B0BA-3F4CE88130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10861-457F-5A4A-9976-447EAB3AE1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ECD6F-F411-304A-9EA8-8F5DA29EF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20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27BF5-BC93-8249-B73E-E27ECD4168FF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3BA7F-8BB2-E341-BE57-C1BBA9586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5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 - A statistical method of estimating a population's characteristics (such as its mean) by repeatedly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subsampling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a given initial sample.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6514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509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</a:rPr>
              <a:t>At each split, </a:t>
            </a:r>
            <a:r>
              <a:rPr lang="en-US" i="1" dirty="0">
                <a:latin typeface="Times New Roman" charset="0"/>
              </a:rPr>
              <a:t>a splitting attribute </a:t>
            </a:r>
            <a:r>
              <a:rPr lang="en-US" dirty="0">
                <a:latin typeface="Times New Roman" charset="0"/>
              </a:rPr>
              <a:t>is chosen and </a:t>
            </a:r>
            <a:r>
              <a:rPr lang="en-US" i="1" dirty="0">
                <a:latin typeface="Times New Roman" charset="0"/>
              </a:rPr>
              <a:t>a splitting point/rule </a:t>
            </a:r>
            <a:r>
              <a:rPr lang="en-US" dirty="0">
                <a:latin typeface="Times New Roman" charset="0"/>
              </a:rPr>
              <a:t>for the attribute is chosen. This is a binary decision tree so each split is a two-way split based on one attribute.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74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splitting attribute needs to be selected. Given a selected attribute, the splitting point needs to be selected.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672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068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</a:rPr>
              <a:t> “How a fitted decision tree is used for classification?” Given a instance, X, for which the associated class label is unknown, the attribute values of the instance are tested against the decision tree. A path is traced from the root to a leaf node, which holds the class prediction for that instance. Decision trees can easily be converted to classification rules.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531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E82B99-BA1F-4847-89EE-ECEC6B58B6B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9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regression, a different measure is needed for the selection of splitting attributes. Instead of entropy and information gain, we can use mean squared error. So instead of </a:t>
            </a:r>
            <a:r>
              <a:rPr lang="en-US" dirty="0" err="1"/>
              <a:t>ginis</a:t>
            </a:r>
            <a:r>
              <a:rPr lang="en-US" dirty="0"/>
              <a:t> we use </a:t>
            </a:r>
            <a:r>
              <a:rPr lang="en-US" dirty="0" err="1"/>
              <a:t>mses.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653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724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randomly selecting m variables from p variables prevents the same variable from being selected as the splitting variable, resulting similar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58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484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800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200" b="0" i="1" u="none" strike="noStrike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exp</m:t>
                    </m:r>
                    <m:r>
                      <a:rPr lang="en-GB" sz="1200" b="0" i="1" u="none" strike="noStrike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GB" sz="1200" b="0" i="1" u="none" strike="noStrike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GB" sz="1200" b="0" i="1" u="none" strike="noStrike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en-GB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represents</a:t>
                </a:r>
                <a:r>
                  <a:rPr lang="en-GB" sz="1200" b="0" i="0" u="none" strike="noStrike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en-GB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natural exponential function,</a:t>
                </a:r>
                <a:r>
                  <a:rPr lang="en-GB" sz="1200" b="0" i="0" u="none" strike="noStrike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u="none" strike="noStrike" kern="1200" baseline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GB" sz="1200" b="0" i="1" u="none" strike="noStrike" kern="1200" baseline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p>
                        <m:r>
                          <a:rPr lang="en-GB" sz="1200" b="0" i="1" u="none" strike="noStrike" kern="1200" baseline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GB" dirty="0"/>
                  <a:t> - Eta,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Epsilon</a:t>
                </a:r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exp</a:t>
                </a:r>
                <a:r>
                  <a:rPr lang="en-GB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represents</a:t>
                </a:r>
                <a:r>
                  <a:rPr lang="en-GB" sz="1200" b="0" i="0" u="none" strike="noStrike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en-GB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natural exponential function.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819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106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65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3936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306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8AD37-6784-CF1F-A651-BE7D2479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93172-3F0F-BA26-1AF4-F21F30E4C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C7310-A697-038A-ADB2-FA0D4B95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8C2B1-00E7-2067-F867-A2403BD84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124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1862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above function is called exponential decay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3691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3BA7F-8BB2-E341-BE57-C1BBA9586904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31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3F8E-2AA0-4542-A31D-23863C533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8B310-BF99-F542-ADAC-FCDDD79B9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4F218-51A8-694C-B210-E4235483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2D8F3-EEA5-BD4A-A074-5D29EDA4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F17CF-2E0E-B544-8FE4-51530475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3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F5AB-7853-1349-A7B9-3E5D36A9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F543-B0A4-4E45-A4F1-B46327291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1CF12-E97B-9F4A-A540-9043A13F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D8394-89F5-D54C-897E-0CAEF675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07222-78C7-0C4C-9BBC-BE280E73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6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9F77-5244-B34A-B178-FBDC26EB2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CE672-F335-B54C-B6F7-6EE192EB2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1979F-6A42-F94A-90F5-296A5E74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87A03-C308-E543-A0D9-AE314199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A9E6-8025-9F4E-A0F2-9FCA00E8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8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E4FE-A40F-4D42-99CA-52CDCFB8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27F94-2744-0045-8F46-19A1B1F32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5328E-D4F4-0349-80B1-D15256C92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1B384-FA67-D644-9D5A-0F539B66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CFF2C-E51D-FD4B-82EA-777F0EE8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A3AB3-E510-C643-8867-74AD3544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7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F09C-5EE0-C14F-B020-D3A1053D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3C2F7-D79C-D14E-806E-8F9C5F725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EA15E-C8E6-6446-8215-43B75F1EA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2D1C0-D010-7E48-AD56-3AC51C997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98B2F-2D76-1D4D-9D84-EB6664460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A6FF8C-8CFC-0947-9288-33A4AD97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6BECD-CC72-1248-A9C3-DCA87C95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8CB4E3-7286-E34E-901A-FA3D25F1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6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3E82-27FD-A947-A9F6-A99B154D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FC503-CE53-7643-9B18-3CB09CCA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8D5DD-8DFA-2949-9357-164E343D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C6687-42D3-424E-B57E-4629FEE5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6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8F8E1-E665-054A-A469-17B49FE6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17E4-3F85-544F-B3C2-7EE0632C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B5F8C-5259-8641-A54A-6345E01F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8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F7BD-A880-3647-B3DC-442AE991C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B851-6800-C94B-9780-21351C900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60EAB-D1F0-E24F-AF12-09FA28F9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8F6F9-249B-B847-9FD9-936F878B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BB582-5DC5-C441-9EE1-40A00940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05593-7110-0749-8487-10C26ADC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0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DC69-402B-894C-BD78-54B82CA7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DFC09-6596-2D48-8096-39A5E4FCE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D97FF-FA82-4845-973D-E1AEB64E2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14426-ABC4-554F-88F7-BEB83CD9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3597B-1D06-8043-8FC1-1DD09E4B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B2256-CF43-0949-8052-D6E320C0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F617-AAA6-7844-9EE6-EE6440C2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46ADF-E9ED-F346-8083-8ECB0BA0A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5F94-94DD-B74C-AAFE-1B6BAFEC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8BD92-6767-2B49-BAAF-22E7768B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7398C-047D-D040-8258-0C5AF5C9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6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22DCD-4A11-C748-9396-D955B3DD9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DBCDD-C2D7-8842-B86C-984E3F520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1A36-0D7D-9143-AAF1-6A5FCA5E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EEEC8-3397-2D46-B356-92F37972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15C52-E742-374F-81DC-10661060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9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F0A83-DD5C-CF44-BCA2-D79FC143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95A74-149D-E149-B35E-6BA607542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A7B0E-9907-FB4F-98A2-33D842E635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F3338-C03F-2241-B35C-0C3D6EB9446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06C45-7CBC-0549-A875-C1895B634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6CC0E-433D-854D-8B58-073370D91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3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iff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tiff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tiff"/><Relationship Id="rId5" Type="http://schemas.openxmlformats.org/officeDocument/2006/relationships/image" Target="../media/image16.tiff"/><Relationship Id="rId4" Type="http://schemas.openxmlformats.org/officeDocument/2006/relationships/image" Target="../media/image20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tiff"/><Relationship Id="rId4" Type="http://schemas.openxmlformats.org/officeDocument/2006/relationships/image" Target="../media/image30.tif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tif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CCEB-8E27-564B-9A13-43D3B4196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Ensembles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1CC0E-284C-0148-9255-3115B2809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Jun Hong</a:t>
            </a:r>
          </a:p>
        </p:txBody>
      </p:sp>
    </p:spTree>
    <p:extLst>
      <p:ext uri="{BB962C8B-B14F-4D97-AF65-F5344CB8AC3E}">
        <p14:creationId xmlns:p14="http://schemas.microsoft.com/office/powerpoint/2010/main" val="272100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B86-46BE-E64D-8ED0-961E6B60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23496-2148-9D48-A26E-C272D9221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of ensembles</a:t>
            </a:r>
          </a:p>
          <a:p>
            <a:r>
              <a:rPr lang="en-US" dirty="0"/>
              <a:t>Bagging/Pasting</a:t>
            </a:r>
          </a:p>
          <a:p>
            <a:r>
              <a:rPr lang="en-US" dirty="0"/>
              <a:t>Recap of decision trees</a:t>
            </a:r>
          </a:p>
          <a:p>
            <a:r>
              <a:rPr lang="en-US" dirty="0"/>
              <a:t>Random forests</a:t>
            </a:r>
          </a:p>
          <a:p>
            <a:r>
              <a:rPr lang="en-US" dirty="0"/>
              <a:t>Boosting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51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DD7F2-CD08-B442-8661-4B0DD178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Ensembles – a collection of diverse classifiers</a:t>
            </a:r>
          </a:p>
        </p:txBody>
      </p:sp>
      <p:pic>
        <p:nvPicPr>
          <p:cNvPr id="1025" name="Picture 1" descr="page44image1064">
            <a:extLst>
              <a:ext uri="{FF2B5EF4-FFF2-40B4-BE49-F238E27FC236}">
                <a16:creationId xmlns:a16="http://schemas.microsoft.com/office/drawing/2014/main" id="{28EF6106-1F3D-7549-A83C-C53A62AD0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690688"/>
            <a:ext cx="8001000" cy="361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78B79C-A92E-6349-ACB7-A4A4182419CF}"/>
              </a:ext>
            </a:extLst>
          </p:cNvPr>
          <p:cNvSpPr/>
          <p:nvPr/>
        </p:nvSpPr>
        <p:spPr>
          <a:xfrm>
            <a:off x="1379220" y="5459573"/>
            <a:ext cx="99745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Helvetica" pitchFamily="2" charset="0"/>
              </a:rPr>
              <a:t>Ensemble: A set of predictors is called an ensemble. </a:t>
            </a:r>
          </a:p>
          <a:p>
            <a:r>
              <a:rPr lang="en-GB" dirty="0">
                <a:latin typeface="Helvetica" pitchFamily="2" charset="0"/>
              </a:rPr>
              <a:t>Ensemble learning: train a set of </a:t>
            </a:r>
            <a:r>
              <a:rPr lang="en-GB" i="1" dirty="0">
                <a:latin typeface="Helvetica" pitchFamily="2" charset="0"/>
              </a:rPr>
              <a:t>diverse classifiers </a:t>
            </a:r>
            <a:r>
              <a:rPr lang="en-GB" dirty="0">
                <a:latin typeface="Helvetica" pitchFamily="2" charset="0"/>
              </a:rPr>
              <a:t>and aggregate the classifications to make a prediction.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68114-8165-3C46-B4A3-C33B3D258094}"/>
              </a:ext>
            </a:extLst>
          </p:cNvPr>
          <p:cNvSpPr txBox="1"/>
          <p:nvPr/>
        </p:nvSpPr>
        <p:spPr>
          <a:xfrm>
            <a:off x="7122694" y="3946358"/>
            <a:ext cx="454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We need both diverse datasets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06913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2A2A5-AA73-4C4B-B436-4CFE13DA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Voting classifiers – Two voting strategies</a:t>
            </a:r>
          </a:p>
        </p:txBody>
      </p:sp>
      <p:pic>
        <p:nvPicPr>
          <p:cNvPr id="2049" name="Picture 1" descr="page45image1064">
            <a:extLst>
              <a:ext uri="{FF2B5EF4-FFF2-40B4-BE49-F238E27FC236}">
                <a16:creationId xmlns:a16="http://schemas.microsoft.com/office/drawing/2014/main" id="{E256AAFF-8D1D-0948-A522-4E72EAB98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06" y="1690688"/>
            <a:ext cx="7222958" cy="420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90B693-67F3-C040-82FA-B924296A68AB}"/>
              </a:ext>
            </a:extLst>
          </p:cNvPr>
          <p:cNvSpPr/>
          <p:nvPr/>
        </p:nvSpPr>
        <p:spPr>
          <a:xfrm>
            <a:off x="8437617" y="3015133"/>
            <a:ext cx="291618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Helvetica" pitchFamily="2" charset="0"/>
              </a:rPr>
              <a:t>Majority voting (each having the same weight) –</a:t>
            </a:r>
          </a:p>
          <a:p>
            <a:r>
              <a:rPr lang="en-GB" b="1" dirty="0">
                <a:latin typeface="Helvetica" pitchFamily="2" charset="0"/>
              </a:rPr>
              <a:t>Hard voting </a:t>
            </a:r>
          </a:p>
          <a:p>
            <a:endParaRPr lang="en-GB" dirty="0">
              <a:latin typeface="Helvetica" pitchFamily="2" charset="0"/>
            </a:endParaRPr>
          </a:p>
          <a:p>
            <a:r>
              <a:rPr lang="en-GB" dirty="0">
                <a:latin typeface="Helvetica" pitchFamily="2" charset="0"/>
              </a:rPr>
              <a:t>Majority </a:t>
            </a:r>
            <a:r>
              <a:rPr lang="en-GB" i="1" dirty="0">
                <a:latin typeface="Helvetica" pitchFamily="2" charset="0"/>
              </a:rPr>
              <a:t>weighted</a:t>
            </a:r>
            <a:r>
              <a:rPr lang="en-GB" dirty="0">
                <a:latin typeface="Helvetica" pitchFamily="2" charset="0"/>
              </a:rPr>
              <a:t> voting (each having a different weight), e.g. </a:t>
            </a:r>
            <a:r>
              <a:rPr lang="en-GB" dirty="0">
                <a:solidFill>
                  <a:srgbClr val="C00000"/>
                </a:solidFill>
                <a:latin typeface="Helvetica" pitchFamily="2" charset="0"/>
              </a:rPr>
              <a:t>weighted probabilities </a:t>
            </a:r>
            <a:r>
              <a:rPr lang="en-GB" dirty="0">
                <a:latin typeface="Helvetica" pitchFamily="2" charset="0"/>
              </a:rPr>
              <a:t>– </a:t>
            </a:r>
          </a:p>
          <a:p>
            <a:r>
              <a:rPr lang="en-GB" b="1" dirty="0">
                <a:latin typeface="Helvetica" pitchFamily="2" charset="0"/>
              </a:rPr>
              <a:t>Soft voting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195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B6BF-1296-9144-A682-19D687AC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Bagging (</a:t>
            </a:r>
            <a:r>
              <a:rPr lang="en-GB" b="1" dirty="0"/>
              <a:t>B</a:t>
            </a:r>
            <a:r>
              <a:rPr lang="en-GB" dirty="0"/>
              <a:t>ootstrap </a:t>
            </a:r>
            <a:r>
              <a:rPr lang="en-GB" b="1" dirty="0"/>
              <a:t>agg</a:t>
            </a:r>
            <a:r>
              <a:rPr lang="en-GB" dirty="0"/>
              <a:t>regat</a:t>
            </a:r>
            <a:r>
              <a:rPr lang="en-GB" b="1" dirty="0"/>
              <a:t>ing</a:t>
            </a:r>
            <a:r>
              <a:rPr lang="en-GB" dirty="0"/>
              <a:t>)/Pasting</a:t>
            </a:r>
          </a:p>
        </p:txBody>
      </p:sp>
      <p:pic>
        <p:nvPicPr>
          <p:cNvPr id="3073" name="Picture 1" descr="page46image1080">
            <a:extLst>
              <a:ext uri="{FF2B5EF4-FFF2-40B4-BE49-F238E27FC236}">
                <a16:creationId xmlns:a16="http://schemas.microsoft.com/office/drawing/2014/main" id="{BED9D146-02FB-6A47-B8C8-F8CD7B3E8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7155180" cy="408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C1ABA-CB11-3A47-BF61-6FC6B9254117}"/>
              </a:ext>
            </a:extLst>
          </p:cNvPr>
          <p:cNvSpPr txBox="1"/>
          <p:nvPr/>
        </p:nvSpPr>
        <p:spPr>
          <a:xfrm>
            <a:off x="8263890" y="1690688"/>
            <a:ext cx="3089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Bagging</a:t>
            </a:r>
            <a:r>
              <a:rPr lang="en-GB" dirty="0"/>
              <a:t>: Use </a:t>
            </a:r>
            <a:r>
              <a:rPr lang="en-GB" i="1" dirty="0"/>
              <a:t>the same ML algorithm</a:t>
            </a:r>
            <a:r>
              <a:rPr lang="en-GB" dirty="0"/>
              <a:t> for every classifier and train them on </a:t>
            </a:r>
            <a:r>
              <a:rPr lang="en-GB" i="1" dirty="0"/>
              <a:t>different random subsets </a:t>
            </a:r>
            <a:r>
              <a:rPr lang="en-GB" dirty="0"/>
              <a:t>of the training dataset. When sampling is performed </a:t>
            </a:r>
            <a:r>
              <a:rPr lang="en-GB" i="1" dirty="0"/>
              <a:t>with replacement</a:t>
            </a:r>
            <a:r>
              <a:rPr lang="en-GB" dirty="0"/>
              <a:t>, the approach is called </a:t>
            </a:r>
            <a:r>
              <a:rPr lang="en-GB" i="1" dirty="0"/>
              <a:t>baggin</a:t>
            </a:r>
            <a:r>
              <a:rPr lang="en-GB" dirty="0"/>
              <a:t>g; Otherwise, called </a:t>
            </a:r>
            <a:r>
              <a:rPr lang="en-GB" i="1" dirty="0"/>
              <a:t>pasting</a:t>
            </a:r>
            <a:r>
              <a:rPr lang="en-GB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2A6BE-6485-7748-A643-A32C83F0624E}"/>
              </a:ext>
            </a:extLst>
          </p:cNvPr>
          <p:cNvSpPr txBox="1"/>
          <p:nvPr/>
        </p:nvSpPr>
        <p:spPr>
          <a:xfrm>
            <a:off x="8263890" y="3999012"/>
            <a:ext cx="3250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Similar bias and lower variance</a:t>
            </a:r>
            <a:r>
              <a:rPr lang="en-GB" dirty="0"/>
              <a:t>: Each individual classifier typically overfits with low bias and high variance because it uses a subset of the training dataset but the aggregation reduces overfitting,  resulting in low variance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F3EB1-725D-6B48-B7BE-07DFB731D67E}"/>
              </a:ext>
            </a:extLst>
          </p:cNvPr>
          <p:cNvSpPr txBox="1"/>
          <p:nvPr/>
        </p:nvSpPr>
        <p:spPr>
          <a:xfrm>
            <a:off x="2334125" y="5771791"/>
            <a:ext cx="5269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We focus on diverse datasets to reduce variance so to </a:t>
            </a:r>
          </a:p>
          <a:p>
            <a:r>
              <a:rPr lang="en-GB" dirty="0">
                <a:solidFill>
                  <a:srgbClr val="C00000"/>
                </a:solidFill>
              </a:rPr>
              <a:t>improve models that overfit</a:t>
            </a:r>
          </a:p>
        </p:txBody>
      </p:sp>
    </p:spTree>
    <p:extLst>
      <p:ext uri="{BB962C8B-B14F-4D97-AF65-F5344CB8AC3E}">
        <p14:creationId xmlns:p14="http://schemas.microsoft.com/office/powerpoint/2010/main" val="97251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4014-4E22-E44D-A3F7-46820D9D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with replacement - bagging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40F0D-6659-F249-BE81-6ECE049254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dataset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data points, we randomly select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data points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create a smaller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Each data point has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chance to be selected.</a:t>
                </a:r>
              </a:p>
              <a:p>
                <a:r>
                  <a:rPr lang="en-US" dirty="0"/>
                  <a:t>We then replace all the data points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back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and randomly select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data points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create another smaller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 Each data point still has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chance to be selected.</a:t>
                </a:r>
              </a:p>
              <a:p>
                <a:r>
                  <a:rPr lang="en-US" dirty="0"/>
                  <a:t>The selection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samples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does not affect the selection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samples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r>
                  <a:rPr lang="en-US" i="1" dirty="0">
                    <a:solidFill>
                      <a:srgbClr val="C00000"/>
                    </a:solidFill>
                  </a:rPr>
                  <a:t>The two datasets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are independent of each other.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40F0D-6659-F249-BE81-6ECE049254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040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4014-4E22-E44D-A3F7-46820D9D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without replacement - pasting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40F0D-6659-F249-BE81-6ECE049254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Given a dataset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data points, we randomly select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data points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create a smaller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Each data point has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chance to be selected.</a:t>
                </a:r>
              </a:p>
              <a:p>
                <a:r>
                  <a:rPr lang="en-US" dirty="0"/>
                  <a:t>We then keep all the data points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without replacing them back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next randomly select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data points from the remaining data points 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create another smaller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 Each data point still has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chance to be selected.</a:t>
                </a:r>
              </a:p>
              <a:p>
                <a:r>
                  <a:rPr lang="en-US" dirty="0"/>
                  <a:t>The selection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samples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affects the selection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samples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(more chance to be selected).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is 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40F0D-6659-F249-BE81-6ECE049254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198" r="-1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29E9D61-2B16-024F-9EE3-FBD2DAC84E98}"/>
              </a:ext>
            </a:extLst>
          </p:cNvPr>
          <p:cNvSpPr txBox="1"/>
          <p:nvPr/>
        </p:nvSpPr>
        <p:spPr>
          <a:xfrm>
            <a:off x="2334125" y="5771791"/>
            <a:ext cx="3419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Suitable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2846987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805D5-8AC8-BB47-9B36-96DF705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5E226-5922-EE4A-AED7-111F70D8B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10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03CE-23CE-A049-AC1F-341742E3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Decision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E834F-ED27-F041-8645-D53E5449D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05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05000" y="152400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 dirty="0"/>
              <a:t>Decision Tree Classification Task</a:t>
            </a:r>
          </a:p>
        </p:txBody>
      </p:sp>
      <p:graphicFrame>
        <p:nvGraphicFramePr>
          <p:cNvPr id="50178" name="Object 3"/>
          <p:cNvGraphicFramePr>
            <a:graphicFrameLocks noChangeAspect="1"/>
          </p:cNvGraphicFramePr>
          <p:nvPr/>
        </p:nvGraphicFramePr>
        <p:xfrm>
          <a:off x="2617788" y="11430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5017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11430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4"/>
          <p:cNvSpPr>
            <a:spLocks noChangeShapeType="1"/>
          </p:cNvSpPr>
          <p:nvPr/>
        </p:nvSpPr>
        <p:spPr bwMode="auto">
          <a:xfrm flipH="1">
            <a:off x="7924800" y="2362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610600" y="4283076"/>
            <a:ext cx="1219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/>
              <a:t>Decision 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2A908B-B8D6-F6C0-6C49-A36E24C01F29}"/>
              </a:ext>
            </a:extLst>
          </p:cNvPr>
          <p:cNvSpPr txBox="1"/>
          <p:nvPr/>
        </p:nvSpPr>
        <p:spPr>
          <a:xfrm>
            <a:off x="334342" y="2362200"/>
            <a:ext cx="22834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Note that decision </a:t>
            </a:r>
          </a:p>
          <a:p>
            <a:r>
              <a:rPr lang="en-US" dirty="0">
                <a:solidFill>
                  <a:srgbClr val="C00000"/>
                </a:solidFill>
              </a:rPr>
              <a:t>trees allow categorical</a:t>
            </a:r>
          </a:p>
          <a:p>
            <a:r>
              <a:rPr lang="en-US" dirty="0">
                <a:solidFill>
                  <a:srgbClr val="C00000"/>
                </a:solidFill>
              </a:rPr>
              <a:t>and ordinal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E7002-F161-5E37-6B77-D80A836BF1A7}"/>
              </a:ext>
            </a:extLst>
          </p:cNvPr>
          <p:cNvSpPr txBox="1"/>
          <p:nvPr/>
        </p:nvSpPr>
        <p:spPr>
          <a:xfrm>
            <a:off x="8741229" y="1763485"/>
            <a:ext cx="2721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Induction - learning general rules from training data points/samples for classification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C97D4-8283-9676-D546-4C746A758B5B}"/>
              </a:ext>
            </a:extLst>
          </p:cNvPr>
          <p:cNvSpPr txBox="1"/>
          <p:nvPr/>
        </p:nvSpPr>
        <p:spPr>
          <a:xfrm>
            <a:off x="7249886" y="5290457"/>
            <a:ext cx="4212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Deduction – applying general rules to classify a new data point</a:t>
            </a:r>
          </a:p>
        </p:txBody>
      </p:sp>
    </p:spTree>
    <p:extLst>
      <p:ext uri="{BB962C8B-B14F-4D97-AF65-F5344CB8AC3E}">
        <p14:creationId xmlns:p14="http://schemas.microsoft.com/office/powerpoint/2010/main" val="1591445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0B1A865-C946-3646-902F-32D342FAEBCE}"/>
              </a:ext>
            </a:extLst>
          </p:cNvPr>
          <p:cNvSpPr txBox="1">
            <a:spLocks noChangeArrowheads="1"/>
          </p:cNvSpPr>
          <p:nvPr/>
        </p:nvSpPr>
        <p:spPr>
          <a:xfrm>
            <a:off x="2005263" y="236621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 dirty="0"/>
              <a:t>Example of a Decision Tree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085DA75-8579-9940-8746-601161FE1E99}"/>
              </a:ext>
            </a:extLst>
          </p:cNvPr>
          <p:cNvGrpSpPr>
            <a:grpSpLocks/>
          </p:cNvGrpSpPr>
          <p:nvPr/>
        </p:nvGrpSpPr>
        <p:grpSpPr bwMode="auto">
          <a:xfrm>
            <a:off x="1851276" y="1455821"/>
            <a:ext cx="3589337" cy="4311650"/>
            <a:chOff x="287" y="951"/>
            <a:chExt cx="2261" cy="2716"/>
          </a:xfrm>
        </p:grpSpPr>
        <p:graphicFrame>
          <p:nvGraphicFramePr>
            <p:cNvPr id="4" name="Object 4">
              <a:extLst>
                <a:ext uri="{FF2B5EF4-FFF2-40B4-BE49-F238E27FC236}">
                  <a16:creationId xmlns:a16="http://schemas.microsoft.com/office/drawing/2014/main" id="{B83F5EF9-B560-084F-AE72-D166D78A56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" y="1344"/>
            <a:ext cx="2249" cy="2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5410200" imgH="5778500" progId="Word.Document.8">
                    <p:embed/>
                  </p:oleObj>
                </mc:Choice>
                <mc:Fallback>
                  <p:oleObj name="Document" r:id="rId3" imgW="5410200" imgH="5778500" progId="Word.Document.8">
                    <p:embed/>
                    <p:pic>
                      <p:nvPicPr>
                        <p:cNvPr id="4" name="Object 4">
                          <a:extLst>
                            <a:ext uri="{FF2B5EF4-FFF2-40B4-BE49-F238E27FC236}">
                              <a16:creationId xmlns:a16="http://schemas.microsoft.com/office/drawing/2014/main" id="{B83F5EF9-B560-084F-AE72-D166D78A56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" y="1344"/>
                          <a:ext cx="2249" cy="2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86D1965A-B60E-2940-8675-37C20D796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416809">
              <a:off x="672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 dirty="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 dirty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EC35CB37-6D1A-5744-926C-5C5657A14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416809">
              <a:off x="1104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 dirty="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 dirty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9B848BDA-6C60-6845-BF3A-CB36DF5E7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416809">
              <a:off x="1632" y="951"/>
              <a:ext cx="8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 dirty="0">
                  <a:solidFill>
                    <a:srgbClr val="006600"/>
                  </a:solidFill>
                  <a:latin typeface="Arial" charset="0"/>
                </a:rPr>
                <a:t>continuous</a:t>
              </a:r>
              <a:endParaRPr lang="en-US" sz="1600" dirty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F54FB380-ED0E-C847-ABA1-E70B33492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416809">
              <a:off x="2112" y="1047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 dirty="0">
                  <a:solidFill>
                    <a:srgbClr val="006600"/>
                  </a:solidFill>
                  <a:latin typeface="Arial" charset="0"/>
                </a:rPr>
                <a:t>class</a:t>
              </a:r>
              <a:endParaRPr lang="en-US" sz="1600" dirty="0">
                <a:solidFill>
                  <a:schemeClr val="bg2"/>
                </a:solidFill>
                <a:latin typeface="Arial" charset="0"/>
              </a:endParaRPr>
            </a:p>
          </p:txBody>
        </p:sp>
      </p:grpSp>
      <p:sp>
        <p:nvSpPr>
          <p:cNvPr id="9" name="Line 9">
            <a:extLst>
              <a:ext uri="{FF2B5EF4-FFF2-40B4-BE49-F238E27FC236}">
                <a16:creationId xmlns:a16="http://schemas.microsoft.com/office/drawing/2014/main" id="{CE50F421-7B6D-ED4A-A701-653CF0948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0213" y="4589546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AFA3741-7708-E94F-86AE-5044792C4A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9913" y="4589546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6F1ED5EC-31D0-804A-8695-DC8CD36DE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06026" y="3795796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7C6803A2-5E4D-4743-9109-AE8681028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7288" y="3795796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E00F7D3C-A43E-E54C-8BF2-E4D8A7E4D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7951" y="3068721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229FE6A4-DB45-514D-AA8F-FA0A7662B7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4763" y="3068721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8995A5F3-61DA-A449-90F8-5DA74EE52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288" y="2805196"/>
            <a:ext cx="936625" cy="338138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 dirty="0">
                <a:solidFill>
                  <a:srgbClr val="2D1993"/>
                </a:solidFill>
                <a:latin typeface="Arial" charset="0"/>
              </a:rPr>
              <a:t>HO</a:t>
            </a:r>
            <a:endParaRPr lang="en-US" sz="1600" dirty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7177CE24-5F8D-E64E-BBC6-411823362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8288" y="3532271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 dirty="0" err="1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C7468B4F-4811-5B44-89F9-8F5FC4C38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2801" y="4324434"/>
            <a:ext cx="968375" cy="338137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 err="1">
                <a:solidFill>
                  <a:srgbClr val="2D1993"/>
                </a:solidFill>
                <a:latin typeface="Arial" charset="0"/>
              </a:rPr>
              <a:t>AnnInc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747658E-BFF0-0D42-8234-D511A287E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9901" y="5113421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AF54C939-FCCF-BD4F-A979-2E7C36F68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3701" y="5113421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BFACA32C-6EEC-8F41-9626-D22AF979D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651" y="5130884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C817B0D8-B4F9-6F4C-98F7-B6A50C4B5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488" y="5116596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3BFA301C-47EE-244E-BDF9-11469B61A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501" y="3546559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C0454BAE-B8FA-B14A-A4F5-8106758B7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751" y="3532271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D302EEB6-98DF-0F46-9EEA-02E259F5D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8101" y="4351421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CD9E43A0-6B78-FA46-885E-1A9F96465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4301" y="4351421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B7EDF5F2-021C-1840-A438-A89AE2C21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5213" y="3068721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1BA81904-9FC6-F045-8362-087F2FF7E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0526" y="3068721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E9EFB217-2C9F-794D-B9FA-4DC13E97D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3188" y="3833896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Married</a:t>
            </a:r>
            <a:r>
              <a:rPr lang="en-US" sz="160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9D2405E3-48D7-5C4A-8628-4B0F62EC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7038" y="3862471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Single, Divorced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2D4470BE-EFE3-334A-B006-2874D6433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626" y="4654634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&lt;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74308CE1-18AE-DF44-A0A2-3EA8B3263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7397" y="4662154"/>
            <a:ext cx="84670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&gt;=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07C8FAF5-EE92-C140-A452-94381FD74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2051" y="1851109"/>
            <a:ext cx="224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Splitting Attributes</a:t>
            </a:r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0EB88468-8878-2246-B211-21248F455B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29876" y="2232109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2CC14773-110A-5940-AE33-2FA6A8B9E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263" y="3894221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A735A234-B4E8-C145-9326-3AAC218F5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2651" y="2232109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F2B392B8-9C48-5049-B25B-A65867D21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263" y="5951621"/>
            <a:ext cx="2514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Training Data</a:t>
            </a:r>
            <a:endParaRPr lang="en-US" sz="20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2AD642E7-5497-9D46-B0E3-FE7D61E1A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463" y="5919871"/>
            <a:ext cx="3124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Model:  Decision Tree</a:t>
            </a:r>
            <a:endParaRPr lang="en-US" sz="20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61630A25-C67C-3A44-BE30-FC5397915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5163" y="4822408"/>
            <a:ext cx="17107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Splitting Points</a:t>
            </a:r>
          </a:p>
        </p:txBody>
      </p:sp>
      <p:sp>
        <p:nvSpPr>
          <p:cNvPr id="40" name="Line 35">
            <a:extLst>
              <a:ext uri="{FF2B5EF4-FFF2-40B4-BE49-F238E27FC236}">
                <a16:creationId xmlns:a16="http://schemas.microsoft.com/office/drawing/2014/main" id="{75A930AF-5A04-F040-9A5A-60B57FE08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4099" y="4170446"/>
            <a:ext cx="677352" cy="651962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" name="Line 35">
            <a:extLst>
              <a:ext uri="{FF2B5EF4-FFF2-40B4-BE49-F238E27FC236}">
                <a16:creationId xmlns:a16="http://schemas.microsoft.com/office/drawing/2014/main" id="{DEA8A1D1-CB4E-7D48-AC2B-96F3E5C1C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66597" y="4868947"/>
            <a:ext cx="687304" cy="129758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5D615C-9F79-B011-4A7D-04C178E0FC82}"/>
              </a:ext>
            </a:extLst>
          </p:cNvPr>
          <p:cNvSpPr txBox="1"/>
          <p:nvPr/>
        </p:nvSpPr>
        <p:spPr>
          <a:xfrm>
            <a:off x="5772301" y="1011743"/>
            <a:ext cx="5797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At each decision point a selected feature is used to split the training samples into binary subsets – a splitting point maybe needed for a continuous feature</a:t>
            </a:r>
          </a:p>
        </p:txBody>
      </p:sp>
    </p:spTree>
    <p:extLst>
      <p:ext uri="{BB962C8B-B14F-4D97-AF65-F5344CB8AC3E}">
        <p14:creationId xmlns:p14="http://schemas.microsoft.com/office/powerpoint/2010/main" val="3840594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293A2E-2B84-3D46-A437-6D164525C880}"/>
              </a:ext>
            </a:extLst>
          </p:cNvPr>
          <p:cNvSpPr txBox="1">
            <a:spLocks noChangeArrowheads="1"/>
          </p:cNvSpPr>
          <p:nvPr/>
        </p:nvSpPr>
        <p:spPr>
          <a:xfrm>
            <a:off x="1836822" y="368968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/>
              <a:t>Another Example of Decision Tree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F4ACDEE-37CF-E943-ABF0-6828BB55F2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1435" y="2350168"/>
          <a:ext cx="3570287" cy="368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10200" imgH="5778500" progId="Word.Document.8">
                  <p:embed/>
                </p:oleObj>
              </mc:Choice>
              <mc:Fallback>
                <p:oleObj name="Document" r:id="rId3" imgW="5410200" imgH="5778500" progId="Word.Document.8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6F4ACDEE-37CF-E943-ABF0-6828BB55F2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435" y="2350168"/>
                        <a:ext cx="3570287" cy="368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D9411C73-A60C-564A-9A05-B559EFD80B96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2522622" y="1726281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categorical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0D260A8-8E23-C541-823E-49D1902E3367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3208422" y="1726281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categorical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14DA4BE-CDD6-E240-BC3D-16C768E53F2C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046622" y="1726281"/>
            <a:ext cx="12779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continuous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CA83E243-E0A8-534A-A70E-928EBA9238E9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808622" y="1878681"/>
            <a:ext cx="692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class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58398452-0359-5F40-AF0C-406424948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9461585" y="3713831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397312FF-C4DA-B14B-870B-14E48E02FA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31285" y="3713831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17AECE50-9C79-314E-B984-3AFD993D20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7510" y="2950243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3E5C3615-1AA9-FB48-B9D9-4EB4E4D85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8772" y="2950243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AE2F7BAC-4E03-F649-94D9-760F8149F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9435" y="2223168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D500B0A5-AD32-E34C-80B9-2FAAA300AD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6247" y="2223168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CF1E99E2-E002-B44D-B548-6AE929851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772" y="1959643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EBB99E13-D6F0-9644-B547-0E37F6F51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772" y="2686718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HO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1E2A2A55-89F6-C24A-9E40-A1FC1865F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172" y="3448718"/>
            <a:ext cx="968375" cy="338138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 err="1">
                <a:solidFill>
                  <a:srgbClr val="2D1993"/>
                </a:solidFill>
                <a:latin typeface="Arial" charset="0"/>
              </a:rPr>
              <a:t>AnnInc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03183905-7948-EA4F-86EE-27CD6E7C1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1272" y="4237706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E50E9A2D-0DF2-4B42-AFD9-A73C0BE4D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5072" y="4237706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43CAC3C8-72CD-D547-BFCA-99010D592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9022" y="4255168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04B0C1FA-961D-BB40-A2F0-F261D78C0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5860" y="4240881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12C114B6-9997-C14C-9F60-323951388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85" y="2701006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40AD0440-60F8-724E-98A9-3F97618EB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9235" y="2686718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rgbClr val="00FFFF"/>
              </a:solidFill>
              <a:latin typeface="Arial" charset="0"/>
            </a:endParaRPr>
          </a:p>
        </p:txBody>
      </p:sp>
      <p:grpSp>
        <p:nvGrpSpPr>
          <p:cNvPr id="23" name="Group 35">
            <a:extLst>
              <a:ext uri="{FF2B5EF4-FFF2-40B4-BE49-F238E27FC236}">
                <a16:creationId xmlns:a16="http://schemas.microsoft.com/office/drawing/2014/main" id="{98D5B3D2-B112-9748-B223-8833F52E2085}"/>
              </a:ext>
            </a:extLst>
          </p:cNvPr>
          <p:cNvGrpSpPr>
            <a:grpSpLocks/>
          </p:cNvGrpSpPr>
          <p:nvPr/>
        </p:nvGrpSpPr>
        <p:grpSpPr bwMode="auto">
          <a:xfrm>
            <a:off x="7050172" y="3448718"/>
            <a:ext cx="685800" cy="381000"/>
            <a:chOff x="4927" y="2340"/>
            <a:chExt cx="432" cy="240"/>
          </a:xfrm>
        </p:grpSpPr>
        <p:sp>
          <p:nvSpPr>
            <p:cNvPr id="24" name="AutoShape 23">
              <a:extLst>
                <a:ext uri="{FF2B5EF4-FFF2-40B4-BE49-F238E27FC236}">
                  <a16:creationId xmlns:a16="http://schemas.microsoft.com/office/drawing/2014/main" id="{BAA8C0CF-C8B2-124F-9A1D-91EBADC7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426FDFF3-686B-FC44-8101-EA90A1CAB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</p:grpSp>
      <p:sp>
        <p:nvSpPr>
          <p:cNvPr id="26" name="Text Box 25">
            <a:extLst>
              <a:ext uri="{FF2B5EF4-FFF2-40B4-BE49-F238E27FC236}">
                <a16:creationId xmlns:a16="http://schemas.microsoft.com/office/drawing/2014/main" id="{921D3E74-8EBB-B84E-BAAE-656F78C6F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3972" y="2991518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F1F26844-CB68-0D42-A7B6-7C5146652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6572" y="2915318"/>
            <a:ext cx="442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0424FED0-B882-F746-AC38-D92B20C12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372" y="215331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Married</a:t>
            </a:r>
            <a:r>
              <a:rPr lang="en-US" sz="160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368D2D6B-2A68-864A-8FF4-64F4C42C7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2572" y="1924718"/>
            <a:ext cx="13985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Single, Divorced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9C699A6F-D369-B549-BE7D-13881D5D1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997" y="377891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&lt;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FA84738F-727B-7346-8966-B96B6B7E4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3822" y="377891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&gt;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2" name="Text Box 37">
            <a:extLst>
              <a:ext uri="{FF2B5EF4-FFF2-40B4-BE49-F238E27FC236}">
                <a16:creationId xmlns:a16="http://schemas.microsoft.com/office/drawing/2014/main" id="{A7F30F87-8509-E34B-BF94-5AEC31A47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222" y="5245768"/>
            <a:ext cx="573906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C00000"/>
                </a:solidFill>
              </a:rPr>
              <a:t>There could be more than one tree that fits the same data!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CC3300"/>
                </a:solidFill>
              </a:rPr>
              <a:t>Note the splitting attributes are selected using the attribute importance measure - node impurity, e.g. GINI</a:t>
            </a:r>
            <a:endParaRPr lang="en-US" sz="1800" dirty="0">
              <a:solidFill>
                <a:srgbClr val="CC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810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293A2E-2B84-3D46-A437-6D164525C880}"/>
              </a:ext>
            </a:extLst>
          </p:cNvPr>
          <p:cNvSpPr txBox="1">
            <a:spLocks noChangeArrowheads="1"/>
          </p:cNvSpPr>
          <p:nvPr/>
        </p:nvSpPr>
        <p:spPr>
          <a:xfrm>
            <a:off x="1836822" y="368968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 dirty="0"/>
              <a:t>Measure of Impurity: GINI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89C255D-BECC-F743-8D7C-5B39FBD01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45" y="1810344"/>
            <a:ext cx="5241215" cy="326156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938B9E8-6711-2C44-AC0B-633A30BBDDFE}"/>
              </a:ext>
            </a:extLst>
          </p:cNvPr>
          <p:cNvSpPr/>
          <p:nvPr/>
        </p:nvSpPr>
        <p:spPr>
          <a:xfrm>
            <a:off x="6246060" y="1659097"/>
            <a:ext cx="5157536" cy="356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35000"/>
              </a:spcBef>
              <a:buClr>
                <a:schemeClr val="accent6"/>
              </a:buClr>
              <a:buSzPct val="60000"/>
            </a:pPr>
            <a:r>
              <a:rPr kumimoji="1" lang="en-US" sz="2400" dirty="0"/>
              <a:t>Nodes with </a:t>
            </a:r>
            <a:r>
              <a:rPr kumimoji="1" lang="en-US" sz="2400" dirty="0">
                <a:solidFill>
                  <a:srgbClr val="C00000"/>
                </a:solidFill>
              </a:rPr>
              <a:t>homogeneous</a:t>
            </a:r>
            <a:r>
              <a:rPr kumimoji="1" lang="en-US" sz="2400" dirty="0"/>
              <a:t> class distribution are preferred</a:t>
            </a:r>
          </a:p>
          <a:p>
            <a:pPr lvl="1">
              <a:spcBef>
                <a:spcPct val="35000"/>
              </a:spcBef>
              <a:buClr>
                <a:schemeClr val="accent6"/>
              </a:buClr>
              <a:buSzPct val="60000"/>
            </a:pPr>
            <a:r>
              <a:rPr kumimoji="1" lang="en-US" sz="2400" dirty="0">
                <a:solidFill>
                  <a:srgbClr val="C00000"/>
                </a:solidFill>
              </a:rPr>
              <a:t>Gini – measure of impurity</a:t>
            </a:r>
          </a:p>
          <a:p>
            <a:pPr lvl="1">
              <a:spcBef>
                <a:spcPct val="35000"/>
              </a:spcBef>
              <a:buClr>
                <a:schemeClr val="accent6"/>
              </a:buClr>
              <a:buSzPct val="60000"/>
            </a:pPr>
            <a:r>
              <a:rPr kumimoji="1" lang="en-US" sz="2400" dirty="0"/>
              <a:t>Low Gini – low degree of impurity</a:t>
            </a:r>
          </a:p>
          <a:p>
            <a:pPr lvl="1">
              <a:spcBef>
                <a:spcPct val="35000"/>
              </a:spcBef>
              <a:buClr>
                <a:schemeClr val="accent6"/>
              </a:buClr>
              <a:buSzPct val="60000"/>
            </a:pPr>
            <a:r>
              <a:rPr kumimoji="1" lang="en-US" sz="2400" dirty="0"/>
              <a:t>Attributes are selected based on the partitions produced</a:t>
            </a:r>
          </a:p>
          <a:p>
            <a:pPr lvl="1">
              <a:spcBef>
                <a:spcPct val="35000"/>
              </a:spcBef>
              <a:buClr>
                <a:schemeClr val="accent6"/>
              </a:buClr>
              <a:buSzPct val="60000"/>
            </a:pPr>
            <a:r>
              <a:rPr kumimoji="1" lang="en-US" sz="2400" dirty="0"/>
              <a:t>Partitions of larger subsets with lower </a:t>
            </a:r>
            <a:r>
              <a:rPr kumimoji="1" lang="en-US" sz="2400" dirty="0" err="1"/>
              <a:t>Ginis</a:t>
            </a:r>
            <a:r>
              <a:rPr kumimoji="1" lang="en-US" sz="2400" dirty="0"/>
              <a:t> are preferred</a:t>
            </a:r>
          </a:p>
        </p:txBody>
      </p:sp>
    </p:spTree>
    <p:extLst>
      <p:ext uri="{BB962C8B-B14F-4D97-AF65-F5344CB8AC3E}">
        <p14:creationId xmlns:p14="http://schemas.microsoft.com/office/powerpoint/2010/main" val="2931568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99B0D2C-B157-7E4E-9FE6-D794D1263B95}"/>
              </a:ext>
            </a:extLst>
          </p:cNvPr>
          <p:cNvSpPr txBox="1">
            <a:spLocks noChangeArrowheads="1"/>
          </p:cNvSpPr>
          <p:nvPr/>
        </p:nvSpPr>
        <p:spPr>
          <a:xfrm>
            <a:off x="2281989" y="272715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/>
              <a:t>Decision Tree Classification Task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87D44E95-BF50-5549-8C43-6359528D9F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4777" y="1263315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87D44E95-BF50-5549-8C43-6359528D9F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777" y="1263315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4">
            <a:extLst>
              <a:ext uri="{FF2B5EF4-FFF2-40B4-BE49-F238E27FC236}">
                <a16:creationId xmlns:a16="http://schemas.microsoft.com/office/drawing/2014/main" id="{EA74ACC6-0394-154B-ABE8-BBE10B76FB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20789" y="4844715"/>
            <a:ext cx="0" cy="685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053883E2-FD58-9E48-9370-50B955843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7589" y="4235115"/>
            <a:ext cx="12192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/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370040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6D65B90-D39A-A946-9209-F7BF5E2769AE}"/>
              </a:ext>
            </a:extLst>
          </p:cNvPr>
          <p:cNvSpPr txBox="1">
            <a:spLocks noChangeArrowheads="1"/>
          </p:cNvSpPr>
          <p:nvPr/>
        </p:nvSpPr>
        <p:spPr>
          <a:xfrm>
            <a:off x="2390274" y="441158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/>
              <a:t>Apply Model to Test Data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EC45003-4B04-454E-B174-5C1D70539774}"/>
              </a:ext>
            </a:extLst>
          </p:cNvPr>
          <p:cNvGrpSpPr>
            <a:grpSpLocks/>
          </p:cNvGrpSpPr>
          <p:nvPr/>
        </p:nvGrpSpPr>
        <p:grpSpPr bwMode="auto">
          <a:xfrm>
            <a:off x="2695074" y="2650958"/>
            <a:ext cx="4267200" cy="3298825"/>
            <a:chOff x="384" y="1584"/>
            <a:chExt cx="2451" cy="1694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EDD136B5-9156-3840-818D-E2BEE20FA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708"/>
              <a:ext cx="153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9AF4A977-AD8F-8C44-8C2E-48CBFF24F1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3" y="2708"/>
              <a:ext cx="204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DE615DCB-0466-5B45-903E-6C8970EC8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0" y="2208"/>
              <a:ext cx="254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0C771844-99CA-5B4B-9208-26CCBA1CD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3" y="2208"/>
              <a:ext cx="305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1A6AD162-1119-824C-962E-DBA3CCFCD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2" y="1750"/>
              <a:ext cx="357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91EB84B1-7229-B94A-ADAE-B1F9341C5A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7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628385B2-5D6C-A947-B450-72DF3520E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1584"/>
              <a:ext cx="59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HO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15F4D87A-8C25-324C-A311-24D46CEB3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2042"/>
              <a:ext cx="589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MarSt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903A3DBA-0CB7-B343-B3A3-EF538ECBC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" y="2541"/>
              <a:ext cx="610" cy="17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 err="1">
                  <a:solidFill>
                    <a:srgbClr val="2D1993"/>
                  </a:solidFill>
                  <a:latin typeface="Arial" charset="0"/>
                </a:rPr>
                <a:t>AnnInc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3C52FDE5-FA7D-AA40-9E29-E02607D41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038"/>
              <a:ext cx="398" cy="231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DEEAB4B0-C015-724D-A53D-4F6944A47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038"/>
              <a:ext cx="4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YES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F888F349-3AFD-5841-A5D1-E28563EDD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" y="3049"/>
              <a:ext cx="412" cy="22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451F9BA5-0C0D-4342-B1C1-4A1EE5565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3040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82B79BD3-F6AD-2B4A-8029-A971DCF76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051"/>
              <a:ext cx="432" cy="21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6593951B-10F8-4B43-84CD-8722D4D40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" y="2042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>
                <a:solidFill>
                  <a:srgbClr val="00FFFF"/>
                </a:solidFill>
                <a:latin typeface="Arial" charset="0"/>
              </a:endParaRPr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E6ADBA03-9C00-7F44-896A-244A70EE2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58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0D08FB74-6FDE-5346-B331-896E763C0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" y="2558"/>
              <a:ext cx="28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7A2AB9D4-6263-8A4A-B5A1-822ABAC65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" y="1750"/>
              <a:ext cx="3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Yes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343CC7F1-50C7-4F46-BC03-E334A6383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1750"/>
              <a:ext cx="25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No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05F9AC0F-C10E-7A4E-87D9-A1005AB5A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1" y="2232"/>
              <a:ext cx="5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Married</a:t>
              </a:r>
              <a:r>
                <a:rPr lang="en-US" sz="1600">
                  <a:solidFill>
                    <a:schemeClr val="bg2"/>
                  </a:solidFill>
                  <a:latin typeface="Arial" charset="0"/>
                </a:rPr>
                <a:t> 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A5785EAA-7DF4-4840-A69E-4D1DC3119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5" y="2250"/>
              <a:ext cx="9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Single, Divorced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7AB06684-ED06-A749-8E22-A8723DAAB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&lt; 80K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4BBF10EA-A24A-064C-975D-5E8363DC9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0" y="2749"/>
              <a:ext cx="4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&gt;= 80K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</p:grpSp>
      <p:graphicFrame>
        <p:nvGraphicFramePr>
          <p:cNvPr id="27" name="Object 27">
            <a:extLst>
              <a:ext uri="{FF2B5EF4-FFF2-40B4-BE49-F238E27FC236}">
                <a16:creationId xmlns:a16="http://schemas.microsoft.com/office/drawing/2014/main" id="{B0CCD3B5-C24F-D04A-AD1A-248B569B68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0037" y="1934996"/>
          <a:ext cx="34861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4851400" imgH="1447800" progId="Word.Document.8">
                  <p:embed/>
                </p:oleObj>
              </mc:Choice>
              <mc:Fallback>
                <p:oleObj name="Document" r:id="rId3" imgW="4851400" imgH="1447800" progId="Word.Document.8">
                  <p:embed/>
                  <p:pic>
                    <p:nvPicPr>
                      <p:cNvPr id="27" name="Object 27">
                        <a:extLst>
                          <a:ext uri="{FF2B5EF4-FFF2-40B4-BE49-F238E27FC236}">
                            <a16:creationId xmlns:a16="http://schemas.microsoft.com/office/drawing/2014/main" id="{B0CCD3B5-C24F-D04A-AD1A-248B569B68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037" y="1934996"/>
                        <a:ext cx="348615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>
            <a:extLst>
              <a:ext uri="{FF2B5EF4-FFF2-40B4-BE49-F238E27FC236}">
                <a16:creationId xmlns:a16="http://schemas.microsoft.com/office/drawing/2014/main" id="{021D513A-F7A0-9940-9ACE-5BAAA982F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874" y="1431758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EA59E1C1-B994-8D42-AACF-F40801368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874" y="1736558"/>
            <a:ext cx="3429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latin typeface="Arial" charset="0"/>
              </a:rPr>
              <a:t>Start from the root of tree.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8BC052A0-13D2-F74D-9BCB-8D287CBF7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2874" y="2117558"/>
            <a:ext cx="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08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05000" y="152400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/>
              <a:t>Apply Model to Test Data</a:t>
            </a:r>
          </a:p>
        </p:txBody>
      </p:sp>
      <p:grpSp>
        <p:nvGrpSpPr>
          <p:cNvPr id="45058" name="Group 3"/>
          <p:cNvGrpSpPr>
            <a:grpSpLocks/>
          </p:cNvGrpSpPr>
          <p:nvPr/>
        </p:nvGrpSpPr>
        <p:grpSpPr bwMode="auto">
          <a:xfrm>
            <a:off x="2209800" y="2362201"/>
            <a:ext cx="4267200" cy="3298825"/>
            <a:chOff x="384" y="1584"/>
            <a:chExt cx="2451" cy="1694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1655" y="2708"/>
              <a:ext cx="153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H="1">
              <a:off x="943" y="2708"/>
              <a:ext cx="204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H="1">
              <a:off x="1350" y="2208"/>
              <a:ext cx="254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2113" y="2208"/>
              <a:ext cx="305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452" y="1750"/>
              <a:ext cx="357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H="1">
              <a:off x="587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913" y="1584"/>
              <a:ext cx="59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HO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553" y="2042"/>
              <a:ext cx="589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MarSt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1096" y="2541"/>
              <a:ext cx="61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 err="1">
                  <a:solidFill>
                    <a:srgbClr val="2D1993"/>
                  </a:solidFill>
                  <a:latin typeface="Arial" charset="0"/>
                </a:rPr>
                <a:t>AnnInc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3" name="AutoShape 13"/>
            <p:cNvSpPr>
              <a:spLocks noChangeArrowheads="1"/>
            </p:cNvSpPr>
            <p:nvPr/>
          </p:nvSpPr>
          <p:spPr bwMode="auto">
            <a:xfrm>
              <a:off x="1680" y="3038"/>
              <a:ext cx="398" cy="231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1632" y="3038"/>
              <a:ext cx="4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YES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40" y="3049"/>
              <a:ext cx="412" cy="22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814" y="3040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7" name="AutoShape 17"/>
            <p:cNvSpPr>
              <a:spLocks noChangeArrowheads="1"/>
            </p:cNvSpPr>
            <p:nvPr/>
          </p:nvSpPr>
          <p:spPr bwMode="auto">
            <a:xfrm>
              <a:off x="384" y="2051"/>
              <a:ext cx="432" cy="21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458" y="2042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>
                <a:solidFill>
                  <a:srgbClr val="00FFFF"/>
                </a:solidFill>
                <a:latin typeface="Arial" charset="0"/>
              </a:endParaRPr>
            </a:p>
          </p:txBody>
        </p:sp>
        <p:sp>
          <p:nvSpPr>
            <p:cNvPr id="19" name="AutoShape 19"/>
            <p:cNvSpPr>
              <a:spLocks noChangeArrowheads="1"/>
            </p:cNvSpPr>
            <p:nvPr/>
          </p:nvSpPr>
          <p:spPr bwMode="auto">
            <a:xfrm>
              <a:off x="2208" y="2558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2270" y="2558"/>
              <a:ext cx="28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484" y="1750"/>
              <a:ext cx="3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Yes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1651" y="1750"/>
              <a:ext cx="25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No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301" y="2232"/>
              <a:ext cx="5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Married</a:t>
              </a:r>
              <a:r>
                <a:rPr lang="en-US" sz="1600">
                  <a:solidFill>
                    <a:schemeClr val="bg2"/>
                  </a:solidFill>
                  <a:latin typeface="Arial" charset="0"/>
                </a:rPr>
                <a:t> 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945" y="2250"/>
              <a:ext cx="9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Single, Divorced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654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>
                  <a:latin typeface="Arial" charset="0"/>
                </a:rPr>
                <a:t>&lt; 80K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1772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charset="0"/>
                <a:buNone/>
                <a:defRPr/>
              </a:pPr>
              <a:r>
                <a:rPr lang="en-US" sz="1600" dirty="0">
                  <a:latin typeface="Arial" charset="0"/>
                </a:rPr>
                <a:t>&gt; 80K</a:t>
              </a:r>
              <a:endParaRPr lang="en-US" sz="1600" dirty="0">
                <a:solidFill>
                  <a:schemeClr val="bg2"/>
                </a:solidFill>
                <a:latin typeface="Arial" charset="0"/>
              </a:endParaRPr>
            </a:p>
          </p:txBody>
        </p:sp>
      </p:grpSp>
      <p:graphicFrame>
        <p:nvGraphicFramePr>
          <p:cNvPr id="45059" name="Object 27"/>
          <p:cNvGraphicFramePr>
            <a:graphicFrameLocks noChangeAspect="1"/>
          </p:cNvGraphicFramePr>
          <p:nvPr/>
        </p:nvGraphicFramePr>
        <p:xfrm>
          <a:off x="6405563" y="1646238"/>
          <a:ext cx="34861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4851400" imgH="1447800" progId="Word.Document.8">
                  <p:embed/>
                </p:oleObj>
              </mc:Choice>
              <mc:Fallback>
                <p:oleObj name="Document" r:id="rId3" imgW="4851400" imgH="1447800" progId="Word.Document.8">
                  <p:embed/>
                  <p:pic>
                    <p:nvPicPr>
                      <p:cNvPr id="4505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3" y="1646238"/>
                        <a:ext cx="348615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 flipH="1">
            <a:off x="4191000" y="1828800"/>
            <a:ext cx="2362200" cy="685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49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05000" y="152400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/>
              <a:t>Apply Model to Test Data</a:t>
            </a: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130551" y="2362200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HO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 err="1">
                <a:solidFill>
                  <a:srgbClr val="2D1993"/>
                </a:solidFill>
                <a:latin typeface="Arial" charset="0"/>
              </a:rPr>
              <a:t>AnnTax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Married</a:t>
            </a:r>
            <a:r>
              <a:rPr lang="en-US" sz="160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Single, Divorced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&lt;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&gt;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46105" name="Object 26"/>
          <p:cNvGraphicFramePr>
            <a:graphicFrameLocks noChangeAspect="1"/>
          </p:cNvGraphicFramePr>
          <p:nvPr/>
        </p:nvGraphicFramePr>
        <p:xfrm>
          <a:off x="6405563" y="1646238"/>
          <a:ext cx="34861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851400" imgH="1447800" progId="Word.Document.8">
                  <p:embed/>
                </p:oleObj>
              </mc:Choice>
              <mc:Fallback>
                <p:oleObj name="Document" r:id="rId2" imgW="4851400" imgH="1447800" progId="Word.Document.8">
                  <p:embed/>
                  <p:pic>
                    <p:nvPicPr>
                      <p:cNvPr id="4610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3" y="1646238"/>
                        <a:ext cx="348615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 flipH="1">
            <a:off x="4876800" y="2362200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14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05000" y="152400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/>
              <a:t>Apply Model to Test Data</a:t>
            </a: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130551" y="2362200"/>
            <a:ext cx="1027113" cy="338138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HO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 err="1">
                <a:solidFill>
                  <a:srgbClr val="2D1993"/>
                </a:solidFill>
                <a:latin typeface="Arial" charset="0"/>
              </a:rPr>
              <a:t>AnnTax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Married</a:t>
            </a:r>
            <a:r>
              <a:rPr lang="en-US" sz="160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Single, Divorced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&lt;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&gt;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47129" name="Object 26"/>
          <p:cNvGraphicFramePr>
            <a:graphicFrameLocks noChangeAspect="1"/>
          </p:cNvGraphicFramePr>
          <p:nvPr/>
        </p:nvGraphicFramePr>
        <p:xfrm>
          <a:off x="6405564" y="1646238"/>
          <a:ext cx="348773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851400" imgH="1447800" progId="Word.Document.8">
                  <p:embed/>
                </p:oleObj>
              </mc:Choice>
              <mc:Fallback>
                <p:oleObj name="Document" r:id="rId2" imgW="4851400" imgH="1447800" progId="Word.Document.8">
                  <p:embed/>
                  <p:pic>
                    <p:nvPicPr>
                      <p:cNvPr id="4712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4" y="1646238"/>
                        <a:ext cx="3487737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 flipH="1">
            <a:off x="5334000" y="2057400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40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05000" y="152400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/>
              <a:t>Apply Model to Test Data</a:t>
            </a: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130551" y="2362200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HO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 err="1">
                <a:solidFill>
                  <a:srgbClr val="2D1993"/>
                </a:solidFill>
                <a:latin typeface="Arial" charset="0"/>
              </a:rPr>
              <a:t>AnnTax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FF0000"/>
                </a:solidFill>
                <a:latin typeface="Arial" charset="0"/>
              </a:rPr>
              <a:t>Married 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Single, Divorced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&lt;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&gt;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48153" name="Object 26"/>
          <p:cNvGraphicFramePr>
            <a:graphicFrameLocks noChangeAspect="1"/>
          </p:cNvGraphicFramePr>
          <p:nvPr/>
        </p:nvGraphicFramePr>
        <p:xfrm>
          <a:off x="6405564" y="1646238"/>
          <a:ext cx="348773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851400" imgH="1447800" progId="Word.Document.8">
                  <p:embed/>
                </p:oleObj>
              </mc:Choice>
              <mc:Fallback>
                <p:oleObj name="Document" r:id="rId2" imgW="4851400" imgH="1447800" progId="Word.Document.8">
                  <p:embed/>
                  <p:pic>
                    <p:nvPicPr>
                      <p:cNvPr id="4815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4" y="1646238"/>
                        <a:ext cx="3487737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 flipH="1">
            <a:off x="6172200" y="2590800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4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05000" y="152400"/>
            <a:ext cx="82804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ＭＳ Ｐゴシック" charset="0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</a:defRPr>
            </a:lvl9pPr>
          </a:lstStyle>
          <a:p>
            <a:pPr>
              <a:defRPr/>
            </a:pPr>
            <a:r>
              <a:rPr lang="en-US"/>
              <a:t>Apply Model to Test Data</a:t>
            </a: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130551" y="2362200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HO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 err="1">
                <a:solidFill>
                  <a:srgbClr val="2D1993"/>
                </a:solidFill>
                <a:latin typeface="Arial" charset="0"/>
              </a:rPr>
              <a:t>AnnInc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Yes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solidFill>
                  <a:srgbClr val="FF0000"/>
                </a:solidFill>
                <a:latin typeface="Arial" charset="0"/>
              </a:rPr>
              <a:t>Married 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Single, Divorced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&lt;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4499994" y="4630738"/>
            <a:ext cx="84670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1600">
                <a:latin typeface="Arial" charset="0"/>
              </a:rPr>
              <a:t>&gt;= 80K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 flipH="1">
            <a:off x="6175376" y="2590800"/>
            <a:ext cx="2968624" cy="1785991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7399339" y="3581400"/>
            <a:ext cx="308292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0"/>
              <a:buNone/>
              <a:defRPr/>
            </a:pPr>
            <a:r>
              <a:rPr lang="en-US" sz="2000">
                <a:latin typeface="Arial" charset="0"/>
              </a:rPr>
              <a:t>Assign Defaulted to </a:t>
            </a:r>
            <a:r>
              <a:rPr lang="ja-JP" altLang="en-US" sz="2000">
                <a:latin typeface="Arial"/>
              </a:rPr>
              <a:t>“</a:t>
            </a:r>
            <a:r>
              <a:rPr lang="en-US" sz="2000">
                <a:latin typeface="Arial" charset="0"/>
              </a:rPr>
              <a:t>No</a:t>
            </a:r>
            <a:r>
              <a:rPr lang="ja-JP" altLang="en-US" sz="2000">
                <a:latin typeface="Arial"/>
              </a:rPr>
              <a:t>”</a:t>
            </a:r>
            <a:endParaRPr lang="en-US" sz="2000">
              <a:latin typeface="Arial" charset="0"/>
            </a:endParaRPr>
          </a:p>
        </p:txBody>
      </p:sp>
      <p:graphicFrame>
        <p:nvGraphicFramePr>
          <p:cNvPr id="49180" name="Object 26"/>
          <p:cNvGraphicFramePr>
            <a:graphicFrameLocks noChangeAspect="1"/>
          </p:cNvGraphicFramePr>
          <p:nvPr/>
        </p:nvGraphicFramePr>
        <p:xfrm>
          <a:off x="6372225" y="1595438"/>
          <a:ext cx="348773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851400" imgH="1447800" progId="Word.Document.8">
                  <p:embed/>
                </p:oleObj>
              </mc:Choice>
              <mc:Fallback>
                <p:oleObj name="Document" r:id="rId2" imgW="4851400" imgH="1447800" progId="Word.Document.8">
                  <p:embed/>
                  <p:pic>
                    <p:nvPicPr>
                      <p:cNvPr id="4918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595438"/>
                        <a:ext cx="3487738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4387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AAD1-42FE-B34C-9427-8C3F4984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Advantages and limitations of 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4FFC9-A304-5149-AC57-3FDE94FEF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Advantages</a:t>
            </a:r>
          </a:p>
          <a:p>
            <a:pPr lvl="1"/>
            <a:r>
              <a:rPr lang="en-GB" dirty="0"/>
              <a:t>Easy to understand </a:t>
            </a:r>
          </a:p>
          <a:p>
            <a:pPr lvl="1"/>
            <a:r>
              <a:rPr lang="en-GB" dirty="0"/>
              <a:t>Easy to implement</a:t>
            </a:r>
          </a:p>
          <a:p>
            <a:pPr lvl="1"/>
            <a:r>
              <a:rPr lang="en-GB" dirty="0"/>
              <a:t>Easy to use</a:t>
            </a:r>
          </a:p>
          <a:p>
            <a:pPr lvl="1"/>
            <a:r>
              <a:rPr lang="en-GB" dirty="0"/>
              <a:t>Computationally cheap (well!)</a:t>
            </a:r>
          </a:p>
          <a:p>
            <a:pPr lvl="1"/>
            <a:r>
              <a:rPr lang="en-GB" dirty="0"/>
              <a:t>Suitable for </a:t>
            </a:r>
            <a:r>
              <a:rPr lang="en-GB" i="1" dirty="0">
                <a:solidFill>
                  <a:srgbClr val="C00000"/>
                </a:solidFill>
              </a:rPr>
              <a:t>linearly (&amp; non linearly) </a:t>
            </a:r>
            <a:r>
              <a:rPr lang="en-GB" dirty="0"/>
              <a:t>separable classes </a:t>
            </a:r>
          </a:p>
          <a:p>
            <a:pPr lvl="1"/>
            <a:r>
              <a:rPr lang="en-GB" dirty="0"/>
              <a:t>Does regression as well </a:t>
            </a:r>
          </a:p>
          <a:p>
            <a:pPr lvl="1"/>
            <a:r>
              <a:rPr lang="en-GB" dirty="0"/>
              <a:t>Completely invariant to scaling of the data </a:t>
            </a:r>
          </a:p>
          <a:p>
            <a:r>
              <a:rPr lang="en-GB" dirty="0"/>
              <a:t>Main issue</a:t>
            </a:r>
          </a:p>
          <a:p>
            <a:pPr lvl="1"/>
            <a:r>
              <a:rPr lang="en-GB" dirty="0"/>
              <a:t>Overfitting – low bias, high variance</a:t>
            </a:r>
            <a:br>
              <a:rPr lang="en-GB" dirty="0"/>
            </a:b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6064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4F73-9E37-0D41-9A54-17F6EE98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DE0F-6707-9049-8617-4E3FD7529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 decision tree does not perform well</a:t>
            </a:r>
          </a:p>
          <a:p>
            <a:r>
              <a:rPr lang="en-US" dirty="0"/>
              <a:t>It is super fast</a:t>
            </a:r>
          </a:p>
          <a:p>
            <a:r>
              <a:rPr lang="en-US" dirty="0"/>
              <a:t>What if we learn multiple trees?</a:t>
            </a:r>
          </a:p>
          <a:p>
            <a:r>
              <a:rPr lang="en-US" dirty="0"/>
              <a:t>Good, so we can form an ensemble with multiple trees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B08AB-5E8C-C14B-9D67-2C97A4EC1DCD}"/>
              </a:ext>
            </a:extLst>
          </p:cNvPr>
          <p:cNvSpPr txBox="1"/>
          <p:nvPr/>
        </p:nvSpPr>
        <p:spPr>
          <a:xfrm>
            <a:off x="838200" y="4241926"/>
            <a:ext cx="8686799" cy="954107"/>
          </a:xfrm>
          <a:prstGeom prst="rect">
            <a:avLst/>
          </a:prstGeom>
          <a:noFill/>
          <a:ln w="28575" cmpd="sng">
            <a:solidFill>
              <a:schemeClr val="accent2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i="1" dirty="0"/>
              <a:t>However, we need to make sure they do not all just learn the same tree from the training dataset</a:t>
            </a:r>
          </a:p>
        </p:txBody>
      </p:sp>
    </p:spTree>
    <p:extLst>
      <p:ext uri="{BB962C8B-B14F-4D97-AF65-F5344CB8AC3E}">
        <p14:creationId xmlns:p14="http://schemas.microsoft.com/office/powerpoint/2010/main" val="1803905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05F8-E5B3-934D-8001-EAAF7B4B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Random Forests - Randomisation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6E302-8676-4949-BD5C-0F02073BC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600" b="1" dirty="0"/>
                  <a:t>Randomly sampled training data as in bagging</a:t>
                </a:r>
                <a:r>
                  <a:rPr lang="en-US" sz="2600" dirty="0"/>
                  <a:t>: A series of smaller datasets are </a:t>
                </a:r>
                <a:r>
                  <a:rPr lang="en-US" sz="2600" i="1" dirty="0"/>
                  <a:t>randomly sampled </a:t>
                </a:r>
                <a:r>
                  <a:rPr lang="en-US" sz="2600" dirty="0"/>
                  <a:t>from the original dataset </a:t>
                </a:r>
                <a:r>
                  <a:rPr lang="en-US" sz="2600" i="1" dirty="0"/>
                  <a:t>with replacement </a:t>
                </a:r>
                <a:r>
                  <a:rPr lang="en-US" sz="2600" dirty="0"/>
                  <a:t>to train a collection of </a:t>
                </a:r>
                <a:r>
                  <a:rPr lang="en-US" sz="2600" i="1" dirty="0"/>
                  <a:t>decision trees</a:t>
                </a:r>
                <a:r>
                  <a:rPr lang="en-US" sz="2600" dirty="0"/>
                  <a:t> (each overfitting with low bias and  high variance)  - bagging results in appropriate fitting with low bias and low variance</a:t>
                </a:r>
              </a:p>
              <a:p>
                <a:r>
                  <a:rPr lang="en-US" sz="2600" b="1" dirty="0"/>
                  <a:t>Randomly selected a subset of variables</a:t>
                </a:r>
                <a:r>
                  <a:rPr lang="en-US" sz="2600" dirty="0"/>
                  <a:t>: When training a decision tree, each time a split in a tree is considered, </a:t>
                </a:r>
                <a:r>
                  <a:rPr lang="en-US" sz="2600" i="1" dirty="0"/>
                  <a:t>a random sample </a:t>
                </a:r>
                <a:r>
                  <a:rPr lang="en-US" sz="2600" dirty="0"/>
                  <a:t>of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600" dirty="0"/>
                  <a:t> variables/features is chosen as </a:t>
                </a:r>
                <a:r>
                  <a:rPr lang="en-US" sz="2600" i="1" dirty="0"/>
                  <a:t>split candidates </a:t>
                </a:r>
                <a:r>
                  <a:rPr lang="en-US" sz="2600" dirty="0"/>
                  <a:t>from the full set of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600" dirty="0"/>
                  <a:t> variables/features</a:t>
                </a:r>
              </a:p>
              <a:p>
                <a:r>
                  <a:rPr lang="en-GB" sz="2600" dirty="0"/>
                  <a:t>A random forest is an ensemble consisting of such decision trees</a:t>
                </a:r>
              </a:p>
              <a:p>
                <a:r>
                  <a:rPr lang="en-GB" sz="2600" dirty="0"/>
                  <a:t>Note that if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600" dirty="0"/>
                  <a:t>, then it is bagging so the difference is in variable selection at each split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6E302-8676-4949-BD5C-0F02073BC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16" r="-724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539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DD80-8942-7A46-9EBC-5B7FA2B9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Forests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F2867D-9546-8647-9A3E-EB47AF9B8F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	(a) Draw a </a:t>
                </a:r>
                <a:r>
                  <a:rPr lang="en-US" i="1" dirty="0"/>
                  <a:t>bootstrap sample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from the training data. 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	(b) Grow a decision tree,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, to the bootstrapped sample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by recursively repeating the 		      following steps for each terminal node of the tree, until </a:t>
                </a:r>
                <a:r>
                  <a:rPr lang="en-US" i="1" dirty="0">
                    <a:solidFill>
                      <a:srgbClr val="C00000"/>
                    </a:solidFill>
                  </a:rPr>
                  <a:t>the minimum node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is 	      reached: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		</a:t>
                </a:r>
                <a:r>
                  <a:rPr lang="en-US" dirty="0" err="1"/>
                  <a:t>i</a:t>
                </a:r>
                <a:r>
                  <a:rPr lang="en-US" dirty="0"/>
                  <a:t>. Select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variables at random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variables,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; 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		ii. Pick the best variable/split-point among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variables;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		iii. Split the node into two child nodes. 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Output the ensemble of trees,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dirty="0"/>
                  <a:t>. 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endParaRPr lang="en-US" dirty="0"/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To make a prediction at a new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we do: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	For regression: average the results. 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en-US" dirty="0"/>
                  <a:t>	For classification: majority vote of the predictions.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F2867D-9546-8647-9A3E-EB47AF9B8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019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847F-71EE-6C45-85EE-34501D98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Random Forests</a:t>
            </a:r>
          </a:p>
        </p:txBody>
      </p:sp>
      <p:pic>
        <p:nvPicPr>
          <p:cNvPr id="6145" name="Picture 1" descr="page49image1080">
            <a:extLst>
              <a:ext uri="{FF2B5EF4-FFF2-40B4-BE49-F238E27FC236}">
                <a16:creationId xmlns:a16="http://schemas.microsoft.com/office/drawing/2014/main" id="{FB9DED2F-839A-BF4B-8FF1-718A637B9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229" y="1690688"/>
            <a:ext cx="9738091" cy="3612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B8B8E6-6B1A-214D-A952-8D012CA29880}"/>
              </a:ext>
            </a:extLst>
          </p:cNvPr>
          <p:cNvSpPr/>
          <p:nvPr/>
        </p:nvSpPr>
        <p:spPr>
          <a:xfrm>
            <a:off x="2575559" y="5507474"/>
            <a:ext cx="3086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>
                <a:solidFill>
                  <a:srgbClr val="FCFFFF"/>
                </a:solidFill>
                <a:latin typeface="HelveticaNeue" panose="02000503000000020004" pitchFamily="2" charset="0"/>
              </a:rPr>
              <a:t>Classification</a:t>
            </a:r>
            <a:r>
              <a:rPr lang="en-GB">
                <a:solidFill>
                  <a:srgbClr val="FCFFFF"/>
                </a:solidFill>
                <a:latin typeface="HelveticaNeue" panose="02000503000000020004" pitchFamily="2" charset="0"/>
              </a:rPr>
              <a:t>: Majority vote </a:t>
            </a:r>
            <a:endParaRPr lang="en-GB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6B7B5-1C57-AE4F-9E5C-A0B5F5D4FC1B}"/>
              </a:ext>
            </a:extLst>
          </p:cNvPr>
          <p:cNvSpPr txBox="1"/>
          <p:nvPr/>
        </p:nvSpPr>
        <p:spPr>
          <a:xfrm>
            <a:off x="1771650" y="5507474"/>
            <a:ext cx="295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Classification: Majority voting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D7A67-6AD6-5E4B-A068-C26C4B09484B}"/>
              </a:ext>
            </a:extLst>
          </p:cNvPr>
          <p:cNvSpPr txBox="1"/>
          <p:nvPr/>
        </p:nvSpPr>
        <p:spPr>
          <a:xfrm>
            <a:off x="5528219" y="5507474"/>
            <a:ext cx="2239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Regression: Averaging</a:t>
            </a:r>
          </a:p>
        </p:txBody>
      </p:sp>
    </p:spTree>
    <p:extLst>
      <p:ext uri="{BB962C8B-B14F-4D97-AF65-F5344CB8AC3E}">
        <p14:creationId xmlns:p14="http://schemas.microsoft.com/office/powerpoint/2010/main" val="860597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0203-D650-4247-8976-37A9E85E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Forests – Tuning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909AE5-E7B8-234A-92BD-D88E4EF67F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following recommendations by the inventors:</a:t>
                </a:r>
              </a:p>
              <a:p>
                <a:pPr lvl="1"/>
                <a:r>
                  <a:rPr lang="en-US" dirty="0"/>
                  <a:t>For classification, the default value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dirty="0"/>
                  <a:t> and the minimum node size is one. </a:t>
                </a:r>
              </a:p>
              <a:p>
                <a:pPr lvl="1"/>
                <a:r>
                  <a:rPr lang="en-US" dirty="0"/>
                  <a:t>For regression, the default value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and the minimum node size is five. </a:t>
                </a:r>
              </a:p>
              <a:p>
                <a:r>
                  <a:rPr lang="en-US" dirty="0"/>
                  <a:t>In practice the best values for these parameters will depend on the problem, and they should be treated as </a:t>
                </a:r>
                <a:r>
                  <a:rPr lang="en-US" i="1" dirty="0"/>
                  <a:t>tuning parameters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909AE5-E7B8-234A-92BD-D88E4EF67F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858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9908-83C8-A1C1-76AA-24B888FD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Week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D345A-0236-F68C-FC6E-70B0E1DCB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6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AFCA-34F5-8048-9D5D-CE4C76C1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4974-6D9B-C748-98FA-30EFB39AA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  <a:p>
            <a:pPr lvl="1"/>
            <a:r>
              <a:rPr lang="en-GB" dirty="0"/>
              <a:t>We have weak learners with high bias and variance - e.g., shallow decision trees (</a:t>
            </a:r>
            <a:r>
              <a:rPr lang="en-GB" b="0" i="0" dirty="0">
                <a:solidFill>
                  <a:srgbClr val="404040"/>
                </a:solidFill>
                <a:effectLst/>
                <a:latin typeface="Inter"/>
              </a:rPr>
              <a:t>decision stumps</a:t>
            </a:r>
            <a:r>
              <a:rPr lang="en-GB" dirty="0"/>
              <a:t>). </a:t>
            </a:r>
          </a:p>
          <a:p>
            <a:r>
              <a:rPr lang="en-GB" dirty="0"/>
              <a:t>Solution</a:t>
            </a:r>
          </a:p>
          <a:p>
            <a:pPr lvl="1"/>
            <a:r>
              <a:rPr lang="en-GB" dirty="0"/>
              <a:t>Create an ensemble to combine the weak learners into a strong one.</a:t>
            </a:r>
          </a:p>
          <a:p>
            <a:pPr lvl="1"/>
            <a:r>
              <a:rPr lang="en-GB" i="1" dirty="0"/>
              <a:t>Do not involve bootstrap sampling or random selection of variables to create a set of diverse base classifiers or regressors</a:t>
            </a:r>
          </a:p>
          <a:p>
            <a:pPr lvl="1"/>
            <a:r>
              <a:rPr lang="en-GB" dirty="0"/>
              <a:t>In particular, train weak learners </a:t>
            </a:r>
            <a:r>
              <a:rPr lang="en-GB" i="1" dirty="0"/>
              <a:t>sequentially</a:t>
            </a:r>
            <a:r>
              <a:rPr lang="en-GB" dirty="0"/>
              <a:t>, each trying to correct its predecessors using information from previous learners. </a:t>
            </a:r>
          </a:p>
          <a:p>
            <a:pPr lvl="1"/>
            <a:r>
              <a:rPr lang="en-GB" dirty="0"/>
              <a:t>Two most common boosting algorithms: AdaBoost (short for adaptive boosting) and gradient boosting (</a:t>
            </a:r>
            <a:r>
              <a:rPr lang="en-GB" dirty="0" err="1"/>
              <a:t>XGBoost</a:t>
            </a:r>
            <a:r>
              <a:rPr lang="en-GB" dirty="0"/>
              <a:t> – Extreme Gradient Boosting).</a:t>
            </a:r>
          </a:p>
        </p:txBody>
      </p:sp>
    </p:spTree>
    <p:extLst>
      <p:ext uri="{BB962C8B-B14F-4D97-AF65-F5344CB8AC3E}">
        <p14:creationId xmlns:p14="http://schemas.microsoft.com/office/powerpoint/2010/main" val="1845036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6958-0200-1748-AF14-0B14B953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AdaBoost (Adaptive Boosting) -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241AD-6DF3-3B4F-BDAF-EC12D0298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idea is for a new learner to correct its predecessor by </a:t>
                </a:r>
                <a:r>
                  <a:rPr lang="en-US" i="1" dirty="0"/>
                  <a:t>decreasing</a:t>
                </a:r>
                <a:r>
                  <a:rPr lang="en-US" dirty="0"/>
                  <a:t>/</a:t>
                </a:r>
                <a:r>
                  <a:rPr lang="en-US" i="1" dirty="0"/>
                  <a:t>increasing the relative weights of misclassified training instances by the predecessor in the loss function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First, train the first base classifier to minimize the </a:t>
                </a:r>
                <a:r>
                  <a:rPr lang="en-US" i="1" dirty="0"/>
                  <a:t>weighted error function</a:t>
                </a:r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Second, make predictions on the training dataset to identify misclassified training instances;</a:t>
                </a:r>
              </a:p>
              <a:p>
                <a:pPr lvl="1"/>
                <a:r>
                  <a:rPr lang="en-US" dirty="0"/>
                  <a:t>Third, decreasing/increase the weights of the misclassified training instances by the first base classifier;</a:t>
                </a:r>
              </a:p>
              <a:p>
                <a:pPr lvl="1"/>
                <a:r>
                  <a:rPr lang="en-US" dirty="0"/>
                  <a:t>Then train the second classifier on the training dataset with the updated weights, and identify and decrease/increase the weights of training instances misclassified by the second learner.</a:t>
                </a:r>
              </a:p>
              <a:p>
                <a:pPr lvl="1"/>
                <a:r>
                  <a:rPr lang="en-US" dirty="0"/>
                  <a:t>Continue this iterative process until the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err="1">
                    <a:solidFill>
                      <a:schemeClr val="tx1"/>
                    </a:solidFill>
                  </a:rPr>
                  <a:t>th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learner is trained.</a:t>
                </a:r>
              </a:p>
              <a:p>
                <a:pPr lvl="1"/>
                <a:r>
                  <a:rPr lang="en-US" dirty="0"/>
                  <a:t>Finally combine all the learners in the ensemble </a:t>
                </a:r>
                <a:r>
                  <a:rPr lang="en-US" i="1" dirty="0"/>
                  <a:t>with different weights</a:t>
                </a:r>
                <a:r>
                  <a:rPr lang="en-US" dirty="0"/>
                  <a:t> reflecting their overall accuracy on the weighted training dataset.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241AD-6DF3-3B4F-BDAF-EC12D0298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488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01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D6B3-3059-C745-820D-A4582E6D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515601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Initialise</a:t>
                </a:r>
                <a:r>
                  <a:rPr lang="en-US" dirty="0"/>
                  <a:t> weights of  training instances: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1. Train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US" dirty="0"/>
                  <a:t>, to </a:t>
                </a:r>
                <a:r>
                  <a:rPr lang="en-US" i="1" dirty="0"/>
                  <a:t>minimize</a:t>
                </a:r>
                <a:r>
                  <a:rPr lang="en-US" dirty="0"/>
                  <a:t> </a:t>
                </a:r>
                <a:r>
                  <a:rPr lang="en-US" i="1" dirty="0"/>
                  <a:t>the</a:t>
                </a:r>
                <a:r>
                  <a:rPr lang="en-US" dirty="0"/>
                  <a:t> </a:t>
                </a:r>
                <a:r>
                  <a:rPr lang="en-US" i="1" dirty="0"/>
                  <a:t>weighted</a:t>
                </a:r>
                <a:r>
                  <a:rPr lang="en-US" dirty="0"/>
                  <a:t> 	     	    </a:t>
                </a:r>
                <a:r>
                  <a:rPr lang="en-US" i="1" dirty="0"/>
                  <a:t>error function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nary>
                    <m:r>
                      <a:rPr lang="en-GB" i="1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i.e. the loss function</a:t>
                </a:r>
              </a:p>
              <a:p>
                <a:pPr marL="0" indent="0">
                  <a:buNone/>
                </a:pPr>
                <a:r>
                  <a:rPr lang="en-US" dirty="0"/>
                  <a:t>	2. Apply the fitted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to make predictions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3. Calculate the </a:t>
                </a:r>
                <a:r>
                  <a:rPr lang="en-US" i="1" dirty="0"/>
                  <a:t>weighted error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nary>
                        <m:r>
                          <a:rPr lang="en-GB" i="1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5. Calculate the </a:t>
                </a:r>
                <a:r>
                  <a:rPr lang="en-US" i="1" dirty="0"/>
                  <a:t>weight of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 err="1"/>
                  <a:t>th</a:t>
                </a:r>
                <a:r>
                  <a:rPr lang="en-US" i="1" dirty="0"/>
                  <a:t> classifier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the learning rate</a:t>
                </a:r>
              </a:p>
              <a:p>
                <a:pPr marL="0" indent="0">
                  <a:buNone/>
                </a:pPr>
                <a:r>
                  <a:rPr lang="en-US" dirty="0"/>
                  <a:t>	6.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   Update weights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r>
                                  <a:rPr lang="en-GB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sSubSup>
                              <m:sSub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515601" cy="4351338"/>
              </a:xfrm>
              <a:blipFill>
                <a:blip r:embed="rId3"/>
                <a:stretch>
                  <a:fillRect l="-602" t="-1453" b="-5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3A03E2B-FAAC-DF41-991B-B1CE6B9BA34C}"/>
              </a:ext>
            </a:extLst>
          </p:cNvPr>
          <p:cNvSpPr txBox="1"/>
          <p:nvPr/>
        </p:nvSpPr>
        <p:spPr>
          <a:xfrm>
            <a:off x="8554453" y="3804597"/>
            <a:ext cx="2522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Ratio of weights for wrongly classified instances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5A15C-A721-A04F-8AEF-41A2916A31D5}"/>
              </a:ext>
            </a:extLst>
          </p:cNvPr>
          <p:cNvSpPr txBox="1"/>
          <p:nvPr/>
        </p:nvSpPr>
        <p:spPr>
          <a:xfrm>
            <a:off x="6974306" y="5045716"/>
            <a:ext cx="4010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No change to the weight if correctly classified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9F6EE-F435-8742-B9D6-DAF891463F58}"/>
              </a:ext>
            </a:extLst>
          </p:cNvPr>
          <p:cNvSpPr txBox="1"/>
          <p:nvPr/>
        </p:nvSpPr>
        <p:spPr>
          <a:xfrm>
            <a:off x="6974306" y="5442062"/>
            <a:ext cx="4010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Decrease/increase the weight if incorrectly classified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C804E1-E492-544D-ACD3-A40B5F809969}"/>
                  </a:ext>
                </a:extLst>
              </p:cNvPr>
              <p:cNvSpPr txBox="1"/>
              <p:nvPr/>
            </p:nvSpPr>
            <p:spPr>
              <a:xfrm>
                <a:off x="4918785" y="6082749"/>
                <a:ext cx="61582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exp</m:t>
                    </m:r>
                  </m:oMath>
                </a14:m>
                <a:r>
                  <a:rPr lang="en-GB" sz="1600" dirty="0">
                    <a:solidFill>
                      <a:srgbClr val="C00000"/>
                    </a:solidFill>
                  </a:rPr>
                  <a:t> represents the natural exponential function,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GB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sz="16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C804E1-E492-544D-ACD3-A40B5F809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785" y="6082749"/>
                <a:ext cx="6158289" cy="338554"/>
              </a:xfrm>
              <a:prstGeom prst="rect">
                <a:avLst/>
              </a:prstGeom>
              <a:blipFill>
                <a:blip r:embed="rId4"/>
                <a:stretch>
                  <a:fillRect t="-3571" b="-17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653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D6B3-3059-C745-820D-A4582E6D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Weighted Error Rate?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010"/>
                <a:ext cx="10515600" cy="470434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Weighted error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nary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Nothing but the normalized summation of the weights for </a:t>
                </a:r>
                <a:r>
                  <a:rPr lang="en-US" i="1" dirty="0"/>
                  <a:t>all misclassified instances</a:t>
                </a:r>
                <a:r>
                  <a:rPr lang="en-US" dirty="0"/>
                  <a:t>, i.e. the proportion of weights for all misclassified instances out of the summation of all weights for all instances;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{0, 1}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For example, if there are 5 training instances, each having a weight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1/5</m:t>
                    </m:r>
                  </m:oMath>
                </a14:m>
                <a:r>
                  <a:rPr lang="en-US" dirty="0"/>
                  <a:t> and one instance misclassified, we have weighted error rate: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nary>
                        <m:r>
                          <a:rPr lang="en-GB" i="1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nary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010"/>
                <a:ext cx="10515600" cy="4704347"/>
              </a:xfrm>
              <a:blipFill>
                <a:blip r:embed="rId3"/>
                <a:stretch>
                  <a:fillRect l="-1206" t="-8356" b="-8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1064543-EF79-882B-C105-D38FD626DA89}"/>
              </a:ext>
            </a:extLst>
          </p:cNvPr>
          <p:cNvSpPr txBox="1"/>
          <p:nvPr/>
        </p:nvSpPr>
        <p:spPr>
          <a:xfrm>
            <a:off x="1872342" y="6031210"/>
            <a:ext cx="9340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C00000"/>
                </a:solidFill>
              </a:rPr>
              <a:t>If </a:t>
            </a:r>
            <a:r>
              <a:rPr lang="en-GB" dirty="0">
                <a:solidFill>
                  <a:srgbClr val="C00000"/>
                </a:solidFill>
              </a:rPr>
              <a:t>all instances are misclassified, the weighted error rate is 1; and if all instances are correctly classified, the rate is 0; Otherwise, the rate is between 0 and 1.</a:t>
            </a:r>
          </a:p>
        </p:txBody>
      </p:sp>
    </p:spTree>
    <p:extLst>
      <p:ext uri="{BB962C8B-B14F-4D97-AF65-F5344CB8AC3E}">
        <p14:creationId xmlns:p14="http://schemas.microsoft.com/office/powerpoint/2010/main" val="3723647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39DD6B3-3059-C745-820D-A4582E6D082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Does Weight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 Work?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39DD6B3-3059-C745-820D-A4582E6D0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011"/>
                <a:ext cx="5490410" cy="162426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Weight of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is the learning rate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error rate of the classifier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011"/>
                <a:ext cx="5490410" cy="1624264"/>
              </a:xfrm>
              <a:blipFill>
                <a:blip r:embed="rId4"/>
                <a:stretch>
                  <a:fillRect l="-1155" t="-7813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B89AAE3-9853-9A45-9014-7FDA8ED57B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8610" y="2002087"/>
                <a:ext cx="5025190" cy="43225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Observations: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(i.e. guessing randomly),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(i.e.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 abstains)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towards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(i.e. guessing most often correctly),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towards a higher positive number (i.e.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 has a positive weight)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towards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(i.e. guessing most often incorrectly),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towards a lower negative number (i.e.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 has a negative weight)</a:t>
                </a:r>
              </a:p>
              <a:p>
                <a:r>
                  <a:rPr lang="en-US" dirty="0"/>
                  <a:t>For example,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1.39</m:t>
                    </m:r>
                  </m:oMath>
                </a14:m>
                <a:r>
                  <a:rPr lang="en-US" dirty="0"/>
                  <a:t>;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2.20</m:t>
                    </m:r>
                  </m:oMath>
                </a14:m>
                <a:r>
                  <a:rPr lang="en-US" dirty="0"/>
                  <a:t>. So the lower the error rate the higher the weight of the classifier while the higher the rate the lower the weight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B89AAE3-9853-9A45-9014-7FDA8ED57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610" y="2002087"/>
                <a:ext cx="5025190" cy="4322511"/>
              </a:xfrm>
              <a:prstGeom prst="rect">
                <a:avLst/>
              </a:prstGeom>
              <a:blipFill>
                <a:blip r:embed="rId5"/>
                <a:stretch>
                  <a:fillRect l="-1008" t="-2639" r="-22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C190D4F-B2B5-BF4E-A81C-559049EBF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610" y="2676271"/>
            <a:ext cx="5939589" cy="39597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EE2F2E-A2C7-6E0D-F6FC-3CC3437E77BD}"/>
                  </a:ext>
                </a:extLst>
              </p:cNvPr>
              <p:cNvSpPr txBox="1"/>
              <p:nvPr/>
            </p:nvSpPr>
            <p:spPr>
              <a:xfrm>
                <a:off x="4909457" y="1426029"/>
                <a:ext cx="41974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Intuitively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inversely proportional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EE2F2E-A2C7-6E0D-F6FC-3CC3437E7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457" y="1426029"/>
                <a:ext cx="4197431" cy="369332"/>
              </a:xfrm>
              <a:prstGeom prst="rect">
                <a:avLst/>
              </a:prstGeom>
              <a:blipFill>
                <a:blip r:embed="rId7"/>
                <a:stretch>
                  <a:fillRect l="-120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663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D6B3-3059-C745-820D-A4582E6D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 Are Weights of Training Instances Updated?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011"/>
                <a:ext cx="5141496" cy="16242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GB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GB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011"/>
                <a:ext cx="5141496" cy="1624264"/>
              </a:xfrm>
              <a:blipFill>
                <a:blip r:embed="rId3"/>
                <a:stretch>
                  <a:fillRect l="-10591" t="-137500" b="-216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B89AAE3-9853-9A45-9014-7FDA8ED57B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4550" y="1528011"/>
                <a:ext cx="5025190" cy="43225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Observations: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(i.e. guessing randomly),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(i.e. no change to the weight)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towards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(i.e. guessing most often correctly),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 towards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hence decreasing the weight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towards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(i.e. guessing most often incorrectly),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⁡(−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 towards a higher positive number, hence increasing the weight</a:t>
                </a:r>
              </a:p>
              <a:p>
                <a:r>
                  <a:rPr lang="en-US" dirty="0"/>
                  <a:t>For example, </a:t>
                </a:r>
              </a:p>
              <a:p>
                <a:pPr marL="0" indent="0">
                  <a:buNone/>
                </a:pPr>
                <a:r>
                  <a:rPr lang="en-US" dirty="0"/>
                  <a:t>   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lang="en-US" dirty="0"/>
                  <a:t>; </a:t>
                </a:r>
              </a:p>
              <a:p>
                <a:pPr marL="0" indent="0">
                  <a:buNone/>
                </a:pPr>
                <a:r>
                  <a:rPr lang="en-US" dirty="0"/>
                  <a:t>   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0.111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marL="0" indent="0">
                  <a:buNone/>
                </a:pPr>
                <a:r>
                  <a:rPr lang="en-US" dirty="0"/>
                  <a:t>   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⁡(−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333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B89AAE3-9853-9A45-9014-7FDA8ED57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550" y="1528011"/>
                <a:ext cx="5025190" cy="4322511"/>
              </a:xfrm>
              <a:prstGeom prst="rect">
                <a:avLst/>
              </a:prstGeom>
              <a:blipFill>
                <a:blip r:embed="rId4"/>
                <a:stretch>
                  <a:fillRect l="-1008" t="-2346" r="-1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B496AB0-1FA0-4543-8C44-821A5180A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46" y="2694985"/>
            <a:ext cx="5911517" cy="39410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F3EDC1-D13D-358A-CD6D-CAFD771D8996}"/>
              </a:ext>
            </a:extLst>
          </p:cNvPr>
          <p:cNvSpPr txBox="1"/>
          <p:nvPr/>
        </p:nvSpPr>
        <p:spPr>
          <a:xfrm>
            <a:off x="5979696" y="5989666"/>
            <a:ext cx="6126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Intuitively the higher the error rate the higher increase to the weight of a misclassification (i.e. increase the cost of the misclassification.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591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D6B3-3059-C745-820D-A4582E6D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AdaBoost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Output: 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nary>
                              <m:naryPr>
                                <m:chr m:val="∑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GB" b="0"/>
              </a:p>
              <a:p>
                <a:r>
                  <a:rPr lang="en-US"/>
                  <a:t>The prediction by the classifier at each iteration is weighted, and the weighted predictions at all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/>
                  <a:t> iterations are summed up;</a:t>
                </a:r>
              </a:p>
              <a:p>
                <a:r>
                  <a:rPr lang="en-US"/>
                  <a:t>Weighted majority voting - Make a prediction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if the sum of all weighted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/>
                  <a:t> predictions is no less than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of the total summed weights (i.e. the maximum weighted positive votes);</a:t>
                </a:r>
              </a:p>
              <a:p>
                <a:r>
                  <a:rPr lang="en-US"/>
                  <a:t>Each prediction 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iteration is weighted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/>
                  <a:t>, giving a higher weight to better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47076" r="-1206" b="-10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929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6963-D65C-1642-91E9-7944D65A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Function Work in an Algorithm?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1501A-47A7-F043-8FE6-B61DD9BFF6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Sometimes we see a complex function in an algorithm and wants to understand the intuition of it: </a:t>
                </a:r>
              </a:p>
              <a:p>
                <a:r>
                  <a:rPr lang="en-US" dirty="0"/>
                  <a:t>For example, we have just seen: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), and they look rather complex, but fear not:</a:t>
                </a: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C00000"/>
                    </a:solidFill>
                  </a:rPr>
                  <a:t>The exact form of a function is not important – what really matters is the shape of the function when plotted – what we are interested in is to see intuitively the relationship between the variables in the function and the output of the function.</a:t>
                </a:r>
              </a:p>
              <a:p>
                <a:r>
                  <a:rPr lang="en-US" dirty="0"/>
                  <a:t>It’s easy to plot a function in a notebook!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1501A-47A7-F043-8FE6-B61DD9BFF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668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39DD6B3-3059-C745-820D-A4582E6D082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Does Weight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 Work?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39DD6B3-3059-C745-820D-A4582E6D0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011"/>
                <a:ext cx="5490410" cy="162426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Weight of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classifier: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is the learning rate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error rate of the classifier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011"/>
                <a:ext cx="5490410" cy="1624264"/>
              </a:xfrm>
              <a:blipFill>
                <a:blip r:embed="rId4"/>
                <a:stretch>
                  <a:fillRect l="-1155" t="-7813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C190D4F-B2B5-BF4E-A81C-559049EBF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610" y="2676271"/>
            <a:ext cx="5939589" cy="3959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293D9-5989-BE47-9DCF-9AEC347ECD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199" y="1431004"/>
            <a:ext cx="51435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71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7F60F-70ED-A009-569F-C8FFA1DA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E62197F-9351-99B2-917D-6117D8D06BB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Work?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E62197F-9351-99B2-917D-6117D8D06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3935130-DC11-5233-BDF4-B162C989A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7" y="1753733"/>
            <a:ext cx="6259286" cy="4172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1F8CD1-25C8-3966-2DF0-CC23DE105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514" y="1672006"/>
            <a:ext cx="5370286" cy="412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59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D6B3-3059-C745-820D-A4582E6D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Much to Update the Weight of a Misclassified Instance?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5490410" cy="9562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/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5A281-7082-DB45-8ABC-C5E29C8AD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5490410" cy="956259"/>
              </a:xfrm>
              <a:blipFill>
                <a:blip r:embed="rId3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79828BC-EAE3-3942-B26D-30CA8DEA4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22" y="1949876"/>
            <a:ext cx="6104021" cy="40410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75FB8E-A2B8-B647-AC2A-A5D3576D7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90688"/>
            <a:ext cx="5674047" cy="40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58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D66BC9-C199-F230-4442-062551D143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Work?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D66BC9-C199-F230-4442-062551D14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2918927-05E5-4993-1B73-CF2FC8342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76" y="1690688"/>
            <a:ext cx="5840524" cy="38936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F9E873-F820-C1F7-6A29-6545BF2DD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153329"/>
            <a:ext cx="4933042" cy="318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11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6963-D65C-1642-91E9-7944D65A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Function Work in an Algorithm?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1501A-47A7-F043-8FE6-B61DD9BFF6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58853" cy="1254459"/>
              </a:xfrm>
            </p:spPr>
            <p:txBody>
              <a:bodyPr/>
              <a:lstStyle/>
              <a:p>
                <a:r>
                  <a:rPr lang="en-US" dirty="0"/>
                  <a:t>We have seen the Sigmoid function: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1501A-47A7-F043-8FE6-B61DD9BFF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58853" cy="1254459"/>
              </a:xfrm>
              <a:blipFill>
                <a:blip r:embed="rId2"/>
                <a:stretch>
                  <a:fillRect l="-1790" t="-9091" r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7D353A5-6DE6-8D4C-B1D8-167471E7D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84416"/>
            <a:ext cx="6082937" cy="4055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365A22-E3C4-F241-A079-5FEC40BEA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737" y="2452854"/>
            <a:ext cx="36068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002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734A-931F-EB4B-8C74-A9D3CE29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F450-301B-2F4E-A09E-1E4BBF688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 err="1"/>
              <a:t>Geron</a:t>
            </a:r>
            <a:r>
              <a:rPr lang="en-GB" dirty="0"/>
              <a:t>, Hands on ML, Chapters 6 and 7 (pp. 175 –212)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821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18522</TotalTime>
  <Words>2830</Words>
  <Application>Microsoft Macintosh PowerPoint</Application>
  <PresentationFormat>Widescreen</PresentationFormat>
  <Paragraphs>342</Paragraphs>
  <Slides>41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HelveticaNeue</vt:lpstr>
      <vt:lpstr>Arial</vt:lpstr>
      <vt:lpstr>Helvetica</vt:lpstr>
      <vt:lpstr>Times New Roman</vt:lpstr>
      <vt:lpstr>Cambria Math</vt:lpstr>
      <vt:lpstr>Calibri</vt:lpstr>
      <vt:lpstr>Inter</vt:lpstr>
      <vt:lpstr>Monotype Sorts</vt:lpstr>
      <vt:lpstr>Office Theme</vt:lpstr>
      <vt:lpstr>Visio</vt:lpstr>
      <vt:lpstr>Document</vt:lpstr>
      <vt:lpstr>Ensembles</vt:lpstr>
      <vt:lpstr>Outline</vt:lpstr>
      <vt:lpstr>Ensembles – a collection of diverse classifiers</vt:lpstr>
      <vt:lpstr>Voting classifiers – Two voting strategies</vt:lpstr>
      <vt:lpstr>Bagging (Bootstrap aggregating)/Pasting</vt:lpstr>
      <vt:lpstr>Sampling with replacement - bagging</vt:lpstr>
      <vt:lpstr>Sampling without replacement - pasting</vt:lpstr>
      <vt:lpstr>Random Forests</vt:lpstr>
      <vt:lpstr>Recap of Decision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and limitations of DT</vt:lpstr>
      <vt:lpstr>Why Random Forests</vt:lpstr>
      <vt:lpstr>Random Forests - Randomisation</vt:lpstr>
      <vt:lpstr>Random Forests Algorithm</vt:lpstr>
      <vt:lpstr>Random Forests</vt:lpstr>
      <vt:lpstr>Random Forests – Tuning Parameters</vt:lpstr>
      <vt:lpstr>End of Week 7</vt:lpstr>
      <vt:lpstr>Boosting</vt:lpstr>
      <vt:lpstr>AdaBoost (Adaptive Boosting) - Intuition</vt:lpstr>
      <vt:lpstr>AdaBoost Algorithm</vt:lpstr>
      <vt:lpstr>What Is the Weighted Error Rate?</vt:lpstr>
      <vt:lpstr>How Does Weight of tth Classifier Work?</vt:lpstr>
      <vt:lpstr>How Are Weights of Training Instances Updated?</vt:lpstr>
      <vt:lpstr>AdaBoost Algorithm</vt:lpstr>
      <vt:lpstr>How Does a Function Work in an Algorithm?</vt:lpstr>
      <vt:lpstr>How Does Weight of tth Classifier Work?</vt:lpstr>
      <vt:lpstr>How Does log⁡(x) Work?</vt:lpstr>
      <vt:lpstr>How Much to Update the Weight of a Misclassified Instance?</vt:lpstr>
      <vt:lpstr>How Does e^(-x) Work?</vt:lpstr>
      <vt:lpstr>How Does a Function Work in an Algorithm?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 Hong</dc:creator>
  <cp:lastModifiedBy>Jun Hong</cp:lastModifiedBy>
  <cp:revision>49</cp:revision>
  <dcterms:created xsi:type="dcterms:W3CDTF">2021-03-22T16:57:30Z</dcterms:created>
  <dcterms:modified xsi:type="dcterms:W3CDTF">2025-03-20T10:26:07Z</dcterms:modified>
</cp:coreProperties>
</file>