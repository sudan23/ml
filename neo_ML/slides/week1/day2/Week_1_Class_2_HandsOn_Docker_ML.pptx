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class! Today is Day 2. We keep it light, practical, and fun. Every student will build, train, push, and pull a container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5 stages. Reassure students that today is interactive and we will make sure no one is left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Who has wasted hours trying to install Python packages? Docker solves this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data simply: study hours vs exam scores. The goal is to fit y = wx +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code. Show how Scikit-Learn makes fitting and predicting concise. Emphasize saving the model to output/.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6 directives. Emphasize why requirements.txt is copied before code (Docker layer caching).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10 minutes to run build and run. Walk around to check that everyone sees the training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magic of volume mounts: bridging the container's output directly to the host filesystem.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Celebrate this moment! Every student has now published a real containerized ML service to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everyone pull alkimi/ml:week1. Show that when they open localhost:8888, JupyterLab is running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Ensure each student commits this verification file to their personal repository under the course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 Class 3. Tomorrow is a 1-hour session diving directly into the mathematics and code of Gradient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THE BRITISH COLLEGE NEPAL · UWE BRISTOL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Hands-On Containerized ML</a:t>
            </a:r>
          </a:p>
          <a:p>
            <a:pPr>
              <a:spcBef>
                <a:spcPts val="600"/>
              </a:spcBef>
              <a:defRPr sz="2000">
                <a:solidFill>
                  <a:srgbClr val="38BDF8"/>
                </a:solidFill>
              </a:defRPr>
            </a:pPr>
            <a:r>
              <a:t>Build, Train, Push &amp; Pull with Docker · Class 2 of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32004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SESSION TYPE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1.5-Hour Workshop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Light, interactive &amp; confidence-building.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Every student authors their own container.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Zero bare OS installation headaches.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474720"/>
            <a:ext cx="32004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365760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PRACTICAL FOCUS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Real ML Pipeline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Dataset: Study hours vs exam score.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Algorithm: Scikit-Learn Linear Regression.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Output: Exportable model.joblib artifact.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474720"/>
            <a:ext cx="320040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365760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DELIVERABLE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Cloud Registry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Publish custom image to personal Docker Hub.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Pull lecturer's official alkimi/ml:week1.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Launch JupyterLab for Class 3 readiness.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Lecturer: Sudan Pudasaini · Module: UFCFAS-15-2 Machine Learning (Level 5 · 15 Credits)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SESSION ROADMAP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Today's 90-Minute Flight Plan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Five structured milestones designed to get everyone cloud-ready.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5740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6002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PART 1 · 15M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Why Docker for ML?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ML reproducibility crisis.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Smoke test: docker run hello-world.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205740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16002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PART 2 · 20M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Micro ML App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data.csv + train_and_predict.py.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Authoring the Dockerfile.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5740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2011680"/>
            <a:ext cx="16002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PART 3 · 15M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Local Execution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docker build &amp; docker run.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Volume mount: persist model.joblib.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828800"/>
            <a:ext cx="205740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799" y="2011680"/>
            <a:ext cx="16002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PART 4 · 20M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Docker Hub Push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Tag with &lt;user&gt;/my-first-ml:v1.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docker push to public cloud registry.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205740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2011680"/>
            <a:ext cx="16002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PART 5 · 20M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Course Toolkit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Pull alkimi/ml:week1 from Docker Hub.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Launch JupyterLab on localhost:8888.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MOTIVATION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The 'Works on My Machine' Crisis in Machine Learning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Why professional data scientists never run models on bare operating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 PROBLEM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Bare Operating System Hazards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Python Version Drift: Student A has 3.10, Student B has 3.12.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Dependency Hell: NumPy 2.x breaking legacy Scikit-Learn code.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C-Extension Failures: BLAS/LAPACK compilation fails on M-series Mac or Windows.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Environment Pollution: Installing one package breaks another project.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Cloud Failure: 'It works on my MacBook' but crashes when deployed to 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 SOLUTION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Containerized Machine Learning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Immutable Environment: Python version is locked inside the container.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Frozen Dependencies: requirements.txt is baked into isolated Linux layers.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Zero Compilation Hassles: Pre-compiled binary Linux wheels inside Debian/Ubuntu.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Clean Host System: Your laptop stays completely untouched and pristine.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Build Once, Run Anywhere: Same container runs on laptop, server, or cloud cluster.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FORMULATION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Our Micro ML Task: Study Hours vs Exam Score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A clear, intuitive linear relationship to demonstrate containerization.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11480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36576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Dataset: data.csv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study_hours,exam_score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1.5,42.0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2.0,50.0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2.5,53.5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3.0,58.0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3.5,62.0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4.0,66.5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5.0,74.5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6.0,81.5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7.0,89.0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8.0,95.0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9.0,98.5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828800"/>
            <a:ext cx="62179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2011680"/>
            <a:ext cx="5760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MATHEMATICAL FORMULATION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Linear Regression Concept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Feature (X): Study Hours per week (Input variable).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Target (y): Exam Score from 0 to 100 (Continuous output).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Equation of Line: y = w · X + b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w (Weight / Slope): Exam points gained for each additional hour studied.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b (Bias / Intercept): Base baseline exam score with zero study hours.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Algorithm Goal: Find the best w and b minimizing prediction error!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APPLICATION CODE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The ML Script: train_and_predict.py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Loading data, fitting the model with Scikit-Learn, and saving artifacts.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02412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train_and_predict.py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import pandas as pd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from sklearn.linear_model import LinearRegression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from sklearn.metrics import mean_squared_error, r2_score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import joblib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1. Load dataset &amp; prepare feature matrix X and target vector y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df = pd.read_csv('data.csv')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X, y = df[['study_hours']].values, df['exam_score'].values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2. Initialize and fit Scikit-Learn Linear Regression model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model = LinearRegression().fit(X, y)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print(f'Learned: Exam Score = ({model.coef_[0]:.2f} × Hours) + {model.intercept_:.2f}')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3. Run sample prediction for 6.0 study hours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pred = model.predict([[6.0]])[0]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print(f'Predicted score for 6.0 hours: {pred:.1f} / 100')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4. Persist trained model artifact to output folder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joblib.dump(model, 'output/model.joblib')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CONTAINER SPECIFICATION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Authoring the Dockerfile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Packaging Python, dependencies, code, and data into reproducible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48640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5029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Dockerfile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1. Minimal official Python runtime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FROM python:3.11-slim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2. Set work directory inside container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WORKDIR /app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3. Install requirements with layer caching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COPY requirements.txt .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RUN pip install --no-cache-dir -r requirements.txt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4. Copy training data and Python script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COPY data.csv .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COPY train_and_predict.py .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5. Create artifact output directory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RUN mkdir -p /app/output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6. Default execution entrypoint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CMD ["python", "train_and_predict.py"]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8463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011680"/>
            <a:ext cx="4389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DOCKER DIRECTIVES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Layer-by-Layer Breakdown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FROM python:3.11-slim: Ultra-lightweight Debian base (~50MB).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WORKDIR /app: Sets context so all relative paths resolve to /app.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COPY requirements.txt: Copies dependency list first.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RUN pip install: Caches downloaded libraries in a reusable layer.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COPY data.csv &amp; script: Adds code layers on top of dependencies.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CMD ["python", ...]: Tells container what to run on startup.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HANDS-ON TASKS 1 &amp; 2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Building &amp; Executing Your ML Container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Running the complete training lifecycle inside an isolated container.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1: Build Image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Ensure you are in ~/ml-labs/week1/docker-ml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build -t my-first-ml:v1 .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⚠️ Note: Do not forget the trailing dot '.'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It specifies current directory as build context.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Verify image creation: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images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You should see my-first-ml:v1 in the list!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2: Run Container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Execute training inside container: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run --rm my-first-ml:v1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Expected Output: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========================================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🚀 Training Linear Regression model...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Learned: Score = (7.50 × Hours) + 35.00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R² Score: 0.9850 (98.5%)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Studying 6.0 hrs ➡️ Predicted: 80.0 / 100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Model saved to: 'output/model.joblib'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HANDS-ON TASK 3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Model Persistence: Volume Mounting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Extracting the trained model artifact (model.joblib) onto your host laptop.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WHY VOLUMES MATTER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The Stateless Container Problem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Containers are temporary execution sandboxes.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When a container terminates, its internal files disappear.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If your ML pipeline trains a model for 10 hours, where does the model go?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Solution: Volume Mount (-v).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A volume mounts a folder from your laptop filesystem directly into /app/output inside the container!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Volume Mounting Command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1. Create local output directory on your laptop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mkdir -p output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2. Mount local output into /app/output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run --rm \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  -v $(pwd)/output:/app/output \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  my-first-ml:v1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3. Verify artifact saved locally on host: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ls -la output/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Output: model.joblib is right on your laptop!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HANDS-ON TASK 4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Publishing to Docker Hub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Sharing your custom ML container with the global developer cloud.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Authenticate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Login from terminal: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login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Enter username &amp; token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Login Succeeded!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Tag Image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Format: &lt;user&gt;/&lt;repo&gt;:&lt;tag&gt;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tag my-first-ml:v1 \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  &lt;YOUR_USER&gt;/my-first-ml:v1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Example: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docker tag my-first-ml:v1 \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  studentjohn/my-first-ml:v1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Push to Cloud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Push to public registry: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push \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  &lt;YOUR_USER&gt;/my-first-ml:v1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Check live at: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hub.docker.com/r/&lt;user&gt;/...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HANDS-ON TASK 5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Pull Lecturer's Official Course Toolkit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Downloading alkimi/ml:week1 for UFCFAS-15-2 coursework and labs.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02412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Pull the Official Image from Docker Hub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Pull pre-built course toolkit (Python 3.12, JupyterLab 4, Scikit-Learn, Pandas, NumPy, Seaborn):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pull alkimi/ml:week1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Launch JupyterLab with Port Forwarding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Run container exposing port 8888 and mounting your local notebooks workspace: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docker run -p 8888:8888 -v $(pwd):/home/student/notebooks/mywork alkimi/ml:week1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Open in browser: http://localhost:8888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ACCOUNTABILITY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Class 2 Exit Checklist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Verify your deliverables before dismissing today's workshop.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STUDENT CHECKLIST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Today's Completed Checklist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[ ] Docker Desktop smoke test passed (hello-world).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[ ] Custom ML image built locally (my-first-ml:v1).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[ ] Training script ran &amp; evaluated R² score (~98.5%).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[ ] Model artifact (model.joblib) saved via volume mount.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[ ] Tagged and pushed image to your Docker Hub profile.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[ ] Pulled official course image: alkimi/ml:week1.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[ ] Verified JupyterLab opens on http://localhost:8888.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Verification File: WEEK1_DAY2_VERIFICATION.md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Commit this file to your Course GitHub Repo: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 Week 1 · Day 2: Docker ML Lab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**Student Name:** [Your Name]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**Student ID:** [Your Student ID]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**Docker Hub URL:** https://hub.docker.com/r/&lt;user&gt;/my-first-ml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## Local Training Proof: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- Learned Equation: Score = (7.50 × Hours) + 35.00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- R² Score: 0.9850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- Saved model.joblib via volume mount</a:t>
            </a:r>
          </a:p>
          <a:p>
            <a:pPr>
              <a:spcBef>
                <a:spcPts val="200"/>
              </a:spcBef>
              <a:defRPr sz="1100">
                <a:solidFill>
                  <a:srgbClr val="7EE787"/>
                </a:solidFill>
                <a:latin typeface="Courier New"/>
              </a:defRPr>
            </a:pPr>
            <a:r>
              <a:t>- alkimi/ml:week1 pulled &amp; JupyterLab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TOMORROW'S SESSION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Looking Forward to Class 3 (1 Hour)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Machine Learning Fundamentals: Linear Regression from Scratch.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THEORY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1. The Math Engine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What did model.fit() do under the hood?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Closed-form Ordinary Least Squares (OLS).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Finding optimal slope w and intercept 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LOSS FUNCTION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2. Loss &amp; Error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Cost Function: Mean Squared Error (MSE).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Quantifying how far off our line is from the dots.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Visualizing the error surface bowl.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OPTIMIZATION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</a:defRPr>
            </a:pPr>
            <a:r>
              <a:t>3. Gradient Descent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Walking down the loss surface bowl.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Learning rate hyperparameter (alpha).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Hands-on interactive Jupyter practical.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